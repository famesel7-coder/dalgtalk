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handoutMasterIdLst>
    <p:handoutMasterId r:id="rId26"/>
  </p:handoutMasterIdLst>
  <p:sldIdLst>
    <p:sldId id="256" r:id="rId2"/>
    <p:sldId id="276" r:id="rId3"/>
    <p:sldId id="291" r:id="rId4"/>
    <p:sldId id="258" r:id="rId5"/>
    <p:sldId id="295" r:id="rId6"/>
    <p:sldId id="294" r:id="rId7"/>
    <p:sldId id="292" r:id="rId8"/>
    <p:sldId id="290" r:id="rId9"/>
    <p:sldId id="293" r:id="rId10"/>
    <p:sldId id="259" r:id="rId11"/>
    <p:sldId id="261" r:id="rId12"/>
    <p:sldId id="262" r:id="rId13"/>
    <p:sldId id="263" r:id="rId14"/>
    <p:sldId id="264" r:id="rId15"/>
    <p:sldId id="266" r:id="rId16"/>
    <p:sldId id="260" r:id="rId17"/>
    <p:sldId id="267" r:id="rId18"/>
    <p:sldId id="298" r:id="rId19"/>
    <p:sldId id="299" r:id="rId20"/>
    <p:sldId id="268" r:id="rId21"/>
    <p:sldId id="269" r:id="rId22"/>
    <p:sldId id="296" r:id="rId23"/>
    <p:sldId id="297" r:id="rId24"/>
  </p:sldIdLst>
  <p:sldSz cx="12192000" cy="6858000"/>
  <p:notesSz cx="6858000" cy="9144000"/>
  <p:defaultTextStyle>
    <a:defPPr marL="0" marR="0" indent="0" algn="l" defTabSz="457189"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121913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1pPr>
    <a:lvl2pPr marL="0" marR="0" indent="228594" algn="ctr" defTabSz="121913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2pPr>
    <a:lvl3pPr marL="0" marR="0" indent="457189" algn="ctr" defTabSz="121913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3pPr>
    <a:lvl4pPr marL="0" marR="0" indent="685783" algn="ctr" defTabSz="121913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4pPr>
    <a:lvl5pPr marL="0" marR="0" indent="914377" algn="ctr" defTabSz="121913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5pPr>
    <a:lvl6pPr marL="0" marR="0" indent="1142971" algn="ctr" defTabSz="121913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6pPr>
    <a:lvl7pPr marL="0" marR="0" indent="1371566" algn="ctr" defTabSz="121913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7pPr>
    <a:lvl8pPr marL="0" marR="0" indent="1600160" algn="ctr" defTabSz="121913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8pPr>
    <a:lvl9pPr marL="0" marR="0" indent="1828754" algn="ctr" defTabSz="121913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E44"/>
    <a:srgbClr val="003E3A"/>
    <a:srgbClr val="001E3A"/>
    <a:srgbClr val="18202E"/>
    <a:srgbClr val="040F1A"/>
    <a:srgbClr val="1D1D24"/>
    <a:srgbClr val="002F36"/>
    <a:srgbClr val="1D1D25"/>
    <a:srgbClr val="062624"/>
    <a:srgbClr val="083F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5"/>
    <p:restoredTop sz="94592"/>
  </p:normalViewPr>
  <p:slideViewPr>
    <p:cSldViewPr snapToGrid="0">
      <p:cViewPr varScale="1">
        <p:scale>
          <a:sx n="99" d="100"/>
          <a:sy n="99" d="100"/>
        </p:scale>
        <p:origin x="992" y="184"/>
      </p:cViewPr>
      <p:guideLst>
        <p:guide orient="horz" pos="2160"/>
        <p:guide pos="3840"/>
      </p:guideLst>
    </p:cSldViewPr>
  </p:slideViewPr>
  <p:notesTextViewPr>
    <p:cViewPr>
      <p:scale>
        <a:sx n="1" d="1"/>
        <a:sy n="1" d="1"/>
      </p:scale>
      <p:origin x="0" y="0"/>
    </p:cViewPr>
  </p:notesTextViewPr>
  <p:notesViewPr>
    <p:cSldViewPr snapToGrid="0">
      <p:cViewPr varScale="1">
        <p:scale>
          <a:sx n="97" d="100"/>
          <a:sy n="97" d="100"/>
        </p:scale>
        <p:origin x="3120"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_____Microsoft_Excel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758399999999993E-2"/>
          <c:y val="2.7977499999999999E-2"/>
          <c:w val="0.915242"/>
          <c:h val="0.91632499999999995"/>
        </c:manualLayout>
      </c:layout>
      <c:barChart>
        <c:barDir val="col"/>
        <c:grouping val="clustered"/>
        <c:varyColors val="0"/>
        <c:ser>
          <c:idx val="0"/>
          <c:order val="0"/>
          <c:tx>
            <c:strRef>
              <c:f>Sheet1!$A$2</c:f>
              <c:strCache>
                <c:ptCount val="1"/>
                <c:pt idx="0">
                  <c:v>Область 1</c:v>
                </c:pt>
              </c:strCache>
            </c:strRef>
          </c:tx>
          <c:spPr>
            <a:solidFill>
              <a:schemeClr val="bg1"/>
            </a:solidFill>
            <a:ln w="6350" cap="flat">
              <a:noFill/>
              <a:prstDash val="solid"/>
              <a:miter lim="800000"/>
            </a:ln>
            <a:effectLst/>
          </c:spPr>
          <c:invertIfNegative val="0"/>
          <c:dLbls>
            <c:numFmt formatCode="#,##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Sheet1!$B$1:$E$1</c:f>
              <c:strCache>
                <c:ptCount val="4"/>
                <c:pt idx="0">
                  <c:v>Апрель</c:v>
                </c:pt>
                <c:pt idx="1">
                  <c:v>Май</c:v>
                </c:pt>
                <c:pt idx="2">
                  <c:v>Июнь</c:v>
                </c:pt>
                <c:pt idx="3">
                  <c:v>Июль</c:v>
                </c:pt>
              </c:strCache>
            </c:strRef>
          </c:cat>
          <c:val>
            <c:numRef>
              <c:f>Sheet1!$B$2:$E$2</c:f>
              <c:numCache>
                <c:formatCode>General</c:formatCode>
                <c:ptCount val="4"/>
                <c:pt idx="0">
                  <c:v>17</c:v>
                </c:pt>
                <c:pt idx="1">
                  <c:v>26</c:v>
                </c:pt>
                <c:pt idx="2">
                  <c:v>53</c:v>
                </c:pt>
                <c:pt idx="3">
                  <c:v>96</c:v>
                </c:pt>
              </c:numCache>
            </c:numRef>
          </c:val>
          <c:extLst>
            <c:ext xmlns:c16="http://schemas.microsoft.com/office/drawing/2014/chart" uri="{C3380CC4-5D6E-409C-BE32-E72D297353CC}">
              <c16:uniqueId val="{00000000-0E9B-4140-9738-AB22A9FE6CF1}"/>
            </c:ext>
          </c:extLst>
        </c:ser>
        <c:ser>
          <c:idx val="1"/>
          <c:order val="1"/>
          <c:tx>
            <c:strRef>
              <c:f>Sheet1!$A$3</c:f>
              <c:strCache>
                <c:ptCount val="1"/>
                <c:pt idx="0">
                  <c:v>Область 2</c:v>
                </c:pt>
              </c:strCache>
            </c:strRef>
          </c:tx>
          <c:spPr>
            <a:solidFill>
              <a:schemeClr val="accent1"/>
            </a:solidFill>
            <a:ln w="6350" cap="flat">
              <a:noFill/>
              <a:prstDash val="solid"/>
              <a:miter lim="800000"/>
            </a:ln>
            <a:effectLst/>
          </c:spPr>
          <c:invertIfNegative val="0"/>
          <c:dLbls>
            <c:numFmt formatCode="#,##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Sheet1!$B$1:$E$1</c:f>
              <c:strCache>
                <c:ptCount val="4"/>
                <c:pt idx="0">
                  <c:v>Апрель</c:v>
                </c:pt>
                <c:pt idx="1">
                  <c:v>Май</c:v>
                </c:pt>
                <c:pt idx="2">
                  <c:v>Июнь</c:v>
                </c:pt>
                <c:pt idx="3">
                  <c:v>Июль</c:v>
                </c:pt>
              </c:strCache>
            </c:strRef>
          </c:cat>
          <c:val>
            <c:numRef>
              <c:f>Sheet1!$B$3:$E$3</c:f>
              <c:numCache>
                <c:formatCode>General</c:formatCode>
                <c:ptCount val="4"/>
                <c:pt idx="0">
                  <c:v>55</c:v>
                </c:pt>
                <c:pt idx="1">
                  <c:v>43</c:v>
                </c:pt>
                <c:pt idx="2">
                  <c:v>70</c:v>
                </c:pt>
                <c:pt idx="3">
                  <c:v>58</c:v>
                </c:pt>
              </c:numCache>
            </c:numRef>
          </c:val>
          <c:extLst>
            <c:ext xmlns:c16="http://schemas.microsoft.com/office/drawing/2014/chart" uri="{C3380CC4-5D6E-409C-BE32-E72D297353CC}">
              <c16:uniqueId val="{00000001-0E9B-4140-9738-AB22A9FE6CF1}"/>
            </c:ext>
          </c:extLst>
        </c:ser>
        <c:dLbls>
          <c:showLegendKey val="0"/>
          <c:showVal val="0"/>
          <c:showCatName val="0"/>
          <c:showSerName val="0"/>
          <c:showPercent val="0"/>
          <c:showBubbleSize val="0"/>
        </c:dLbls>
        <c:gapWidth val="60"/>
        <c:axId val="2094734552"/>
        <c:axId val="2094734553"/>
      </c:barChart>
      <c:catAx>
        <c:axId val="2094734552"/>
        <c:scaling>
          <c:orientation val="minMax"/>
        </c:scaling>
        <c:delete val="0"/>
        <c:axPos val="b"/>
        <c:numFmt formatCode="General" sourceLinked="0"/>
        <c:majorTickMark val="out"/>
        <c:minorTickMark val="none"/>
        <c:tickLblPos val="low"/>
        <c:spPr>
          <a:ln w="3175" cap="flat">
            <a:noFill/>
            <a:miter lim="400000"/>
          </a:ln>
        </c:spPr>
        <c:txPr>
          <a:bodyPr rot="0"/>
          <a:lstStyle/>
          <a:p>
            <a:pPr>
              <a:defRPr/>
            </a:pPr>
            <a:endParaRPr lang="ru-RU"/>
          </a:p>
        </c:txPr>
        <c:crossAx val="2094734553"/>
        <c:crosses val="autoZero"/>
        <c:auto val="1"/>
        <c:lblAlgn val="ctr"/>
        <c:lblOffset val="100"/>
        <c:noMultiLvlLbl val="1"/>
      </c:catAx>
      <c:valAx>
        <c:axId val="2094734553"/>
        <c:scaling>
          <c:orientation val="minMax"/>
        </c:scaling>
        <c:delete val="0"/>
        <c:axPos val="l"/>
        <c:majorGridlines>
          <c:spPr>
            <a:ln w="12700" cap="flat">
              <a:solidFill>
                <a:srgbClr val="DDDDDD">
                  <a:alpha val="20000"/>
                </a:srgbClr>
              </a:solidFill>
              <a:prstDash val="solid"/>
              <a:miter lim="800000"/>
            </a:ln>
          </c:spPr>
        </c:majorGridlines>
        <c:numFmt formatCode="General" sourceLinked="0"/>
        <c:majorTickMark val="out"/>
        <c:minorTickMark val="none"/>
        <c:tickLblPos val="nextTo"/>
        <c:spPr>
          <a:ln w="3175" cap="flat">
            <a:noFill/>
            <a:miter lim="400000"/>
          </a:ln>
        </c:spPr>
        <c:txPr>
          <a:bodyPr rot="0"/>
          <a:lstStyle/>
          <a:p>
            <a:pPr>
              <a:defRPr/>
            </a:pPr>
            <a:endParaRPr lang="ru-RU"/>
          </a:p>
        </c:txPr>
        <c:crossAx val="2094734552"/>
        <c:crosses val="autoZero"/>
        <c:crossBetween val="between"/>
        <c:majorUnit val="25"/>
        <c:minorUnit val="12.5"/>
      </c:valAx>
      <c:spPr>
        <a:noFill/>
        <a:ln w="12700" cap="flat">
          <a:noFill/>
          <a:miter lim="400000"/>
        </a:ln>
        <a:effectLst/>
      </c:spPr>
    </c:plotArea>
    <c:plotVisOnly val="1"/>
    <c:dispBlanksAs val="gap"/>
    <c:showDLblsOverMax val="1"/>
  </c:chart>
  <c:spPr>
    <a:noFill/>
    <a:ln>
      <a:noFill/>
    </a:ln>
    <a:effectLst/>
  </c:spPr>
  <c:txPr>
    <a:bodyPr/>
    <a:lstStyle/>
    <a:p>
      <a:pPr>
        <a:defRPr>
          <a:solidFill>
            <a:schemeClr val="bg1"/>
          </a:solidFill>
          <a:latin typeface="Arial" panose="020B0604020202020204" pitchFamily="34" charset="0"/>
          <a:cs typeface="Arial" panose="020B0604020202020204" pitchFamily="34" charset="0"/>
        </a:defRPr>
      </a:pPr>
      <a:endParaRPr lang="ru-RU"/>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876200000000003E-2"/>
          <c:y val="2.7398200000000001E-2"/>
          <c:w val="0.94216299999999997"/>
          <c:h val="0.91779900000000003"/>
        </c:manualLayout>
      </c:layout>
      <c:barChart>
        <c:barDir val="bar"/>
        <c:grouping val="clustered"/>
        <c:varyColors val="0"/>
        <c:ser>
          <c:idx val="0"/>
          <c:order val="0"/>
          <c:tx>
            <c:strRef>
              <c:f>Sheet1!$A$2</c:f>
              <c:strCache>
                <c:ptCount val="1"/>
                <c:pt idx="0">
                  <c:v>Область 1</c:v>
                </c:pt>
              </c:strCache>
            </c:strRef>
          </c:tx>
          <c:spPr>
            <a:solidFill>
              <a:schemeClr val="accent1"/>
            </a:solidFill>
            <a:ln w="6350" cap="flat">
              <a:noFill/>
              <a:prstDash val="solid"/>
              <a:miter lim="800000"/>
            </a:ln>
            <a:effectLst/>
          </c:spPr>
          <c:invertIfNegative val="0"/>
          <c:cat>
            <c:strRef>
              <c:f>Sheet1!$B$1:$E$1</c:f>
              <c:strCache>
                <c:ptCount val="4"/>
                <c:pt idx="0">
                  <c:v>Апрель</c:v>
                </c:pt>
                <c:pt idx="1">
                  <c:v>Май</c:v>
                </c:pt>
                <c:pt idx="2">
                  <c:v>Июнь</c:v>
                </c:pt>
                <c:pt idx="3">
                  <c:v>Июль</c:v>
                </c:pt>
              </c:strCache>
            </c:strRef>
          </c:cat>
          <c:val>
            <c:numRef>
              <c:f>Sheet1!$B$2:$E$2</c:f>
              <c:numCache>
                <c:formatCode>General</c:formatCode>
                <c:ptCount val="4"/>
                <c:pt idx="0">
                  <c:v>17</c:v>
                </c:pt>
                <c:pt idx="1">
                  <c:v>26</c:v>
                </c:pt>
                <c:pt idx="2">
                  <c:v>53</c:v>
                </c:pt>
                <c:pt idx="3">
                  <c:v>96</c:v>
                </c:pt>
              </c:numCache>
            </c:numRef>
          </c:val>
          <c:extLst>
            <c:ext xmlns:c16="http://schemas.microsoft.com/office/drawing/2014/chart" uri="{C3380CC4-5D6E-409C-BE32-E72D297353CC}">
              <c16:uniqueId val="{00000000-30D0-B440-809E-11FFBF4C0975}"/>
            </c:ext>
          </c:extLst>
        </c:ser>
        <c:dLbls>
          <c:showLegendKey val="0"/>
          <c:showVal val="0"/>
          <c:showCatName val="0"/>
          <c:showSerName val="0"/>
          <c:showPercent val="0"/>
          <c:showBubbleSize val="0"/>
        </c:dLbls>
        <c:gapWidth val="60"/>
        <c:axId val="2094734552"/>
        <c:axId val="2094734553"/>
      </c:barChart>
      <c:catAx>
        <c:axId val="2094734552"/>
        <c:scaling>
          <c:orientation val="maxMin"/>
        </c:scaling>
        <c:delete val="0"/>
        <c:axPos val="l"/>
        <c:numFmt formatCode="General" sourceLinked="0"/>
        <c:majorTickMark val="out"/>
        <c:minorTickMark val="none"/>
        <c:tickLblPos val="none"/>
        <c:spPr>
          <a:ln w="3175" cap="flat">
            <a:noFill/>
            <a:miter lim="400000"/>
          </a:ln>
        </c:spPr>
        <c:txPr>
          <a:bodyPr rot="0"/>
          <a:lstStyle/>
          <a:p>
            <a:pPr>
              <a:defRPr/>
            </a:pPr>
            <a:endParaRPr lang="ru-RU"/>
          </a:p>
        </c:txPr>
        <c:crossAx val="2094734553"/>
        <c:crosses val="autoZero"/>
        <c:auto val="1"/>
        <c:lblAlgn val="ctr"/>
        <c:lblOffset val="100"/>
        <c:noMultiLvlLbl val="1"/>
      </c:catAx>
      <c:valAx>
        <c:axId val="2094734553"/>
        <c:scaling>
          <c:orientation val="minMax"/>
        </c:scaling>
        <c:delete val="0"/>
        <c:axPos val="t"/>
        <c:majorGridlines>
          <c:spPr>
            <a:ln w="12700" cap="flat">
              <a:solidFill>
                <a:srgbClr val="DDDDDD">
                  <a:alpha val="19857"/>
                </a:srgbClr>
              </a:solidFill>
              <a:prstDash val="solid"/>
              <a:miter lim="400000"/>
            </a:ln>
          </c:spPr>
        </c:majorGridlines>
        <c:numFmt formatCode="General" sourceLinked="0"/>
        <c:majorTickMark val="none"/>
        <c:minorTickMark val="none"/>
        <c:tickLblPos val="high"/>
        <c:spPr>
          <a:ln w="3175" cap="flat">
            <a:noFill/>
            <a:miter lim="400000"/>
          </a:ln>
        </c:spPr>
        <c:txPr>
          <a:bodyPr rot="0"/>
          <a:lstStyle/>
          <a:p>
            <a:pPr>
              <a:defRPr/>
            </a:pPr>
            <a:endParaRPr lang="ru-RU"/>
          </a:p>
        </c:txPr>
        <c:crossAx val="2094734552"/>
        <c:crosses val="autoZero"/>
        <c:crossBetween val="between"/>
        <c:majorUnit val="25"/>
        <c:minorUnit val="12.5"/>
      </c:valAx>
      <c:spPr>
        <a:noFill/>
        <a:ln w="12700" cap="flat">
          <a:noFill/>
          <a:miter lim="400000"/>
        </a:ln>
        <a:effectLst/>
      </c:spPr>
    </c:plotArea>
    <c:plotVisOnly val="1"/>
    <c:dispBlanksAs val="gap"/>
    <c:showDLblsOverMax val="1"/>
  </c:chart>
  <c:spPr>
    <a:noFill/>
    <a:ln>
      <a:noFill/>
    </a:ln>
    <a:effectLst/>
  </c:spPr>
  <c:txPr>
    <a:bodyPr/>
    <a:lstStyle/>
    <a:p>
      <a:pPr>
        <a:defRPr>
          <a:solidFill>
            <a:schemeClr val="bg1"/>
          </a:solidFill>
          <a:latin typeface="Arial" panose="020B0604020202020204" pitchFamily="34" charset="0"/>
          <a:cs typeface="Arial" panose="020B0604020202020204" pitchFamily="34" charset="0"/>
        </a:defRPr>
      </a:pPr>
      <a:endParaRPr lang="ru-RU"/>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6918FBDC-A723-0BD0-5DB1-7E48886BC6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4B0891B3-2925-7721-5385-24DA6B8FE1E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7A82DF-A415-F342-8CD7-20D7EADF2E1C}" type="datetimeFigureOut">
              <a:rPr lang="ru-RU" smtClean="0"/>
              <a:t>22.07.2026</a:t>
            </a:fld>
            <a:endParaRPr lang="ru-RU"/>
          </a:p>
        </p:txBody>
      </p:sp>
      <p:sp>
        <p:nvSpPr>
          <p:cNvPr id="4" name="Нижний колонтитул 3">
            <a:extLst>
              <a:ext uri="{FF2B5EF4-FFF2-40B4-BE49-F238E27FC236}">
                <a16:creationId xmlns:a16="http://schemas.microsoft.com/office/drawing/2014/main" id="{3B4BE6DE-91E8-380D-B667-BC8617AE792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320D59B9-261D-5AB9-64D1-16AF836E984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B6465A-C075-1D49-A052-E78E18293BCA}" type="slidenum">
              <a:rPr lang="ru-RU" smtClean="0"/>
              <a:t>‹#›</a:t>
            </a:fld>
            <a:endParaRPr lang="ru-RU"/>
          </a:p>
        </p:txBody>
      </p:sp>
    </p:spTree>
    <p:extLst>
      <p:ext uri="{BB962C8B-B14F-4D97-AF65-F5344CB8AC3E}">
        <p14:creationId xmlns:p14="http://schemas.microsoft.com/office/powerpoint/2010/main" val="32439465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4" name="Shape 144"/>
          <p:cNvSpPr>
            <a:spLocks noGrp="1" noRot="1" noChangeAspect="1"/>
          </p:cNvSpPr>
          <p:nvPr>
            <p:ph type="sldImg"/>
          </p:nvPr>
        </p:nvSpPr>
        <p:spPr>
          <a:xfrm>
            <a:off x="381000" y="685800"/>
            <a:ext cx="6096000" cy="3429000"/>
          </a:xfrm>
          <a:prstGeom prst="rect">
            <a:avLst/>
          </a:prstGeom>
        </p:spPr>
        <p:txBody>
          <a:bodyPr/>
          <a:lstStyle/>
          <a:p>
            <a:endParaRPr/>
          </a:p>
        </p:txBody>
      </p:sp>
      <p:sp>
        <p:nvSpPr>
          <p:cNvPr id="145" name="Shape 14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594" latinLnBrk="0">
      <a:lnSpc>
        <a:spcPct val="117999"/>
      </a:lnSpc>
      <a:defRPr sz="1100">
        <a:latin typeface="+mn-lt"/>
        <a:ea typeface="+mn-ea"/>
        <a:cs typeface="+mn-cs"/>
        <a:sym typeface="Helvetica Neue"/>
      </a:defRPr>
    </a:lvl1pPr>
    <a:lvl2pPr indent="114297" defTabSz="228594" latinLnBrk="0">
      <a:lnSpc>
        <a:spcPct val="117999"/>
      </a:lnSpc>
      <a:defRPr sz="1100">
        <a:latin typeface="+mn-lt"/>
        <a:ea typeface="+mn-ea"/>
        <a:cs typeface="+mn-cs"/>
        <a:sym typeface="Helvetica Neue"/>
      </a:defRPr>
    </a:lvl2pPr>
    <a:lvl3pPr indent="228594" defTabSz="228594" latinLnBrk="0">
      <a:lnSpc>
        <a:spcPct val="117999"/>
      </a:lnSpc>
      <a:defRPr sz="1100">
        <a:latin typeface="+mn-lt"/>
        <a:ea typeface="+mn-ea"/>
        <a:cs typeface="+mn-cs"/>
        <a:sym typeface="Helvetica Neue"/>
      </a:defRPr>
    </a:lvl3pPr>
    <a:lvl4pPr indent="342891" defTabSz="228594" latinLnBrk="0">
      <a:lnSpc>
        <a:spcPct val="117999"/>
      </a:lnSpc>
      <a:defRPr sz="1100">
        <a:latin typeface="+mn-lt"/>
        <a:ea typeface="+mn-ea"/>
        <a:cs typeface="+mn-cs"/>
        <a:sym typeface="Helvetica Neue"/>
      </a:defRPr>
    </a:lvl4pPr>
    <a:lvl5pPr indent="457189" defTabSz="228594" latinLnBrk="0">
      <a:lnSpc>
        <a:spcPct val="117999"/>
      </a:lnSpc>
      <a:defRPr sz="1100">
        <a:latin typeface="+mn-lt"/>
        <a:ea typeface="+mn-ea"/>
        <a:cs typeface="+mn-cs"/>
        <a:sym typeface="Helvetica Neue"/>
      </a:defRPr>
    </a:lvl5pPr>
    <a:lvl6pPr indent="571486" defTabSz="228594" latinLnBrk="0">
      <a:lnSpc>
        <a:spcPct val="117999"/>
      </a:lnSpc>
      <a:defRPr sz="1100">
        <a:latin typeface="+mn-lt"/>
        <a:ea typeface="+mn-ea"/>
        <a:cs typeface="+mn-cs"/>
        <a:sym typeface="Helvetica Neue"/>
      </a:defRPr>
    </a:lvl6pPr>
    <a:lvl7pPr indent="685783" defTabSz="228594" latinLnBrk="0">
      <a:lnSpc>
        <a:spcPct val="117999"/>
      </a:lnSpc>
      <a:defRPr sz="1100">
        <a:latin typeface="+mn-lt"/>
        <a:ea typeface="+mn-ea"/>
        <a:cs typeface="+mn-cs"/>
        <a:sym typeface="Helvetica Neue"/>
      </a:defRPr>
    </a:lvl7pPr>
    <a:lvl8pPr indent="800080" defTabSz="228594" latinLnBrk="0">
      <a:lnSpc>
        <a:spcPct val="117999"/>
      </a:lnSpc>
      <a:defRPr sz="1100">
        <a:latin typeface="+mn-lt"/>
        <a:ea typeface="+mn-ea"/>
        <a:cs typeface="+mn-cs"/>
        <a:sym typeface="Helvetica Neue"/>
      </a:defRPr>
    </a:lvl8pPr>
    <a:lvl9pPr indent="914377" defTabSz="228594" latinLnBrk="0">
      <a:lnSpc>
        <a:spcPct val="117999"/>
      </a:lnSpc>
      <a:defRPr sz="11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jp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14.jpg"/><Relationship Id="rId7" Type="http://schemas.openxmlformats.org/officeDocument/2006/relationships/image" Target="../media/image10.svg"/><Relationship Id="rId2" Type="http://schemas.openxmlformats.org/officeDocument/2006/relationships/image" Target="../media/image13.jp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15.jp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Титульный слайд">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4A153F57-8A4C-0A9B-9EC5-9B3102878A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Рисунок 10">
            <a:extLst>
              <a:ext uri="{FF2B5EF4-FFF2-40B4-BE49-F238E27FC236}">
                <a16:creationId xmlns:a16="http://schemas.microsoft.com/office/drawing/2014/main" id="{2D944B94-7799-3442-B9AF-BD7D62D98FFC}"/>
              </a:ext>
            </a:extLst>
          </p:cNvPr>
          <p:cNvPicPr>
            <a:picLocks noChangeAspect="1"/>
          </p:cNvPicPr>
          <p:nvPr userDrawn="1"/>
        </p:nvPicPr>
        <p:blipFill>
          <a:blip>
            <a:extLst>
              <a:ext uri="{96DAC541-7B7A-43D3-8B79-37D633B846F1}">
                <asvg:svgBlip xmlns:asvg="http://schemas.microsoft.com/office/drawing/2016/SVG/main" r:embed="rId3"/>
              </a:ext>
            </a:extLst>
          </a:blip>
          <a:srcRect t="38661" r="12960"/>
          <a:stretch>
            <a:fillRect/>
          </a:stretch>
        </p:blipFill>
        <p:spPr>
          <a:xfrm>
            <a:off x="4240066" y="0"/>
            <a:ext cx="7951934" cy="5596260"/>
          </a:xfrm>
          <a:prstGeom prst="rect">
            <a:avLst/>
          </a:prstGeom>
        </p:spPr>
      </p:pic>
      <p:sp>
        <p:nvSpPr>
          <p:cNvPr id="16" name="Изображение"/>
          <p:cNvSpPr>
            <a:spLocks noGrp="1"/>
          </p:cNvSpPr>
          <p:nvPr>
            <p:ph type="pic" sz="quarter" idx="21" hasCustomPrompt="1"/>
          </p:nvPr>
        </p:nvSpPr>
        <p:spPr>
          <a:xfrm>
            <a:off x="339980" y="5537007"/>
            <a:ext cx="923044" cy="923044"/>
          </a:xfrm>
          <a:prstGeom prst="ellipse">
            <a:avLst/>
          </a:prstGeom>
          <a:blipFill>
            <a:blip r:embed="rId4"/>
            <a:tile tx="0" ty="0" sx="100000" sy="100000" flip="none" algn="tl"/>
          </a:blipFill>
        </p:spPr>
        <p:txBody>
          <a:bodyPr lIns="91439" tIns="45719" rIns="91439" bIns="45719" anchor="ctr">
            <a:noAutofit/>
          </a:bodyPr>
          <a:lstStyle>
            <a:lvl1pPr algn="ctr">
              <a:defRPr sz="900">
                <a:solidFill>
                  <a:schemeClr val="bg1"/>
                </a:solidFill>
              </a:defRPr>
            </a:lvl1pPr>
          </a:lstStyle>
          <a:p>
            <a:r>
              <a:rPr lang="ru-RU" dirty="0"/>
              <a:t>Фото</a:t>
            </a:r>
            <a:endParaRPr dirty="0"/>
          </a:p>
        </p:txBody>
      </p:sp>
      <p:sp>
        <p:nvSpPr>
          <p:cNvPr id="17" name="ИМЯ СПИКЕРА"/>
          <p:cNvSpPr txBox="1">
            <a:spLocks noGrp="1"/>
          </p:cNvSpPr>
          <p:nvPr>
            <p:ph type="body" sz="quarter" idx="22" hasCustomPrompt="1"/>
          </p:nvPr>
        </p:nvSpPr>
        <p:spPr>
          <a:xfrm>
            <a:off x="1490398" y="5625335"/>
            <a:ext cx="4277731" cy="407932"/>
          </a:xfrm>
          <a:prstGeom prst="rect">
            <a:avLst/>
          </a:prstGeom>
        </p:spPr>
        <p:txBody>
          <a:bodyPr anchor="ctr">
            <a:spAutoFit/>
          </a:bodyPr>
          <a:lstStyle>
            <a:lvl1pPr defTabSz="1219139">
              <a:defRPr sz="2051" b="0">
                <a:solidFill>
                  <a:srgbClr val="FFFFFF"/>
                </a:solidFill>
                <a:latin typeface="Arial" panose="020B0604020202020204" pitchFamily="34" charset="0"/>
                <a:ea typeface="Arial" panose="020B0604020202020204" pitchFamily="34" charset="0"/>
                <a:cs typeface="Arial" panose="020B0604020202020204" pitchFamily="34" charset="0"/>
                <a:sym typeface="IBM Plex Sans Medium"/>
              </a:defRPr>
            </a:lvl1pPr>
          </a:lstStyle>
          <a:p>
            <a:r>
              <a:t>ИМЯ СПИКЕРА</a:t>
            </a:r>
          </a:p>
        </p:txBody>
      </p:sp>
      <p:sp>
        <p:nvSpPr>
          <p:cNvPr id="18" name="Компания, Должность"/>
          <p:cNvSpPr txBox="1">
            <a:spLocks noGrp="1"/>
          </p:cNvSpPr>
          <p:nvPr>
            <p:ph type="body" sz="quarter" idx="23" hasCustomPrompt="1"/>
          </p:nvPr>
        </p:nvSpPr>
        <p:spPr>
          <a:xfrm>
            <a:off x="1490396" y="6001951"/>
            <a:ext cx="4277731" cy="276999"/>
          </a:xfrm>
          <a:prstGeom prst="rect">
            <a:avLst/>
          </a:prstGeom>
        </p:spPr>
        <p:txBody>
          <a:bodyPr anchor="ctr">
            <a:spAutoFit/>
          </a:bodyPr>
          <a:lstStyle>
            <a:lvl1pPr defTabSz="1219139">
              <a:defRPr sz="1200" b="0">
                <a:solidFill>
                  <a:srgbClr val="FFFFFF"/>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t>Компания, Должность</a:t>
            </a:r>
          </a:p>
        </p:txBody>
      </p:sp>
      <p:sp>
        <p:nvSpPr>
          <p:cNvPr id="19" name="НАЗВАНИЕ ТЕМЫ В РАМКАХ КОНФЕРЕННЦИИ"/>
          <p:cNvSpPr txBox="1">
            <a:spLocks noGrp="1"/>
          </p:cNvSpPr>
          <p:nvPr>
            <p:ph type="body" sz="quarter" idx="24" hasCustomPrompt="1"/>
          </p:nvPr>
        </p:nvSpPr>
        <p:spPr>
          <a:xfrm>
            <a:off x="210774" y="3363541"/>
            <a:ext cx="8058584" cy="1323439"/>
          </a:xfrm>
          <a:prstGeom prst="rect">
            <a:avLst/>
          </a:prstGeom>
        </p:spPr>
        <p:txBody>
          <a:bodyPr wrap="square" anchor="ctr">
            <a:spAutoFit/>
          </a:bodyPr>
          <a:lstStyle>
            <a:lvl1pPr defTabSz="1219139">
              <a:defRPr sz="4000" b="0">
                <a:solidFill>
                  <a:srgbClr val="FFFFFF"/>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dirty="0"/>
              <a:t>НАЗВАНИЕ ТЕМЫ КОНФЕРЕННЦИИ</a:t>
            </a:r>
          </a:p>
        </p:txBody>
      </p:sp>
      <p:pic>
        <p:nvPicPr>
          <p:cNvPr id="3" name="Рисунок 2">
            <a:extLst>
              <a:ext uri="{FF2B5EF4-FFF2-40B4-BE49-F238E27FC236}">
                <a16:creationId xmlns:a16="http://schemas.microsoft.com/office/drawing/2014/main" id="{8D59B803-A2C9-1999-9BCB-A3F48ABFE78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014398" y="5966780"/>
            <a:ext cx="2857500" cy="520700"/>
          </a:xfrm>
          <a:prstGeom prst="rect">
            <a:avLst/>
          </a:prstGeom>
        </p:spPr>
      </p:pic>
      <p:pic>
        <p:nvPicPr>
          <p:cNvPr id="5" name="Рисунок 4">
            <a:extLst>
              <a:ext uri="{FF2B5EF4-FFF2-40B4-BE49-F238E27FC236}">
                <a16:creationId xmlns:a16="http://schemas.microsoft.com/office/drawing/2014/main" id="{E3FEDBD4-EC8D-8E94-4D0B-321059F55A7C}"/>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310163" y="765358"/>
            <a:ext cx="3609801" cy="2250499"/>
          </a:xfrm>
          <a:prstGeom prst="rect">
            <a:avLst/>
          </a:prstGeom>
        </p:spPr>
      </p:pic>
      <p:pic>
        <p:nvPicPr>
          <p:cNvPr id="7" name="Рисунок 6">
            <a:extLst>
              <a:ext uri="{FF2B5EF4-FFF2-40B4-BE49-F238E27FC236}">
                <a16:creationId xmlns:a16="http://schemas.microsoft.com/office/drawing/2014/main" id="{7FEB2DA1-D2C0-1408-62FF-63BDC0A986CD}"/>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985698" y="412004"/>
            <a:ext cx="3886200" cy="469900"/>
          </a:xfrm>
          <a:prstGeom prst="rect">
            <a:avLst/>
          </a:prstGeom>
        </p:spPr>
      </p:pic>
      <p:pic>
        <p:nvPicPr>
          <p:cNvPr id="4" name="Рисунок 3">
            <a:extLst>
              <a:ext uri="{FF2B5EF4-FFF2-40B4-BE49-F238E27FC236}">
                <a16:creationId xmlns:a16="http://schemas.microsoft.com/office/drawing/2014/main" id="{0B173CD5-0D3D-C0E0-930E-CC3BF71BF1D0}"/>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39980" y="406673"/>
            <a:ext cx="2672195" cy="216531"/>
          </a:xfrm>
          <a:prstGeom prst="rect">
            <a:avLst/>
          </a:prstGeom>
        </p:spPr>
      </p:pic>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Титульный слайд">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4A153F57-8A4C-0A9B-9EC5-9B3102878A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Рисунок 10">
            <a:extLst>
              <a:ext uri="{FF2B5EF4-FFF2-40B4-BE49-F238E27FC236}">
                <a16:creationId xmlns:a16="http://schemas.microsoft.com/office/drawing/2014/main" id="{2D944B94-7799-3442-B9AF-BD7D62D98FFC}"/>
              </a:ext>
            </a:extLst>
          </p:cNvPr>
          <p:cNvPicPr>
            <a:picLocks noChangeAspect="1"/>
          </p:cNvPicPr>
          <p:nvPr userDrawn="1"/>
        </p:nvPicPr>
        <p:blipFill>
          <a:blip>
            <a:extLst>
              <a:ext uri="{96DAC541-7B7A-43D3-8B79-37D633B846F1}">
                <asvg:svgBlip xmlns:asvg="http://schemas.microsoft.com/office/drawing/2016/SVG/main" r:embed="rId3"/>
              </a:ext>
            </a:extLst>
          </a:blip>
          <a:srcRect t="38661" r="12960"/>
          <a:stretch>
            <a:fillRect/>
          </a:stretch>
        </p:blipFill>
        <p:spPr>
          <a:xfrm>
            <a:off x="4240066" y="0"/>
            <a:ext cx="7951934" cy="5596260"/>
          </a:xfrm>
          <a:prstGeom prst="rect">
            <a:avLst/>
          </a:prstGeom>
        </p:spPr>
      </p:pic>
      <p:sp>
        <p:nvSpPr>
          <p:cNvPr id="16" name="Изображение"/>
          <p:cNvSpPr>
            <a:spLocks noGrp="1"/>
          </p:cNvSpPr>
          <p:nvPr>
            <p:ph type="pic" sz="quarter" idx="21" hasCustomPrompt="1"/>
          </p:nvPr>
        </p:nvSpPr>
        <p:spPr>
          <a:xfrm>
            <a:off x="339980" y="5537007"/>
            <a:ext cx="923044" cy="923044"/>
          </a:xfrm>
          <a:prstGeom prst="ellipse">
            <a:avLst/>
          </a:prstGeom>
          <a:blipFill>
            <a:blip r:embed="rId4"/>
            <a:tile tx="0" ty="0" sx="100000" sy="100000" flip="none" algn="tl"/>
          </a:blipFill>
        </p:spPr>
        <p:txBody>
          <a:bodyPr lIns="91439" tIns="45719" rIns="91439" bIns="45719" anchor="ctr">
            <a:noAutofit/>
          </a:bodyPr>
          <a:lstStyle>
            <a:lvl1pPr algn="ctr">
              <a:defRPr sz="900">
                <a:solidFill>
                  <a:schemeClr val="bg1"/>
                </a:solidFill>
              </a:defRPr>
            </a:lvl1pPr>
          </a:lstStyle>
          <a:p>
            <a:r>
              <a:rPr lang="ru-RU" dirty="0"/>
              <a:t>Фото</a:t>
            </a:r>
            <a:endParaRPr dirty="0"/>
          </a:p>
        </p:txBody>
      </p:sp>
      <p:sp>
        <p:nvSpPr>
          <p:cNvPr id="17" name="ИМЯ СПИКЕРА"/>
          <p:cNvSpPr txBox="1">
            <a:spLocks noGrp="1"/>
          </p:cNvSpPr>
          <p:nvPr>
            <p:ph type="body" sz="quarter" idx="22" hasCustomPrompt="1"/>
          </p:nvPr>
        </p:nvSpPr>
        <p:spPr>
          <a:xfrm>
            <a:off x="1490398" y="5625335"/>
            <a:ext cx="4277731" cy="407932"/>
          </a:xfrm>
          <a:prstGeom prst="rect">
            <a:avLst/>
          </a:prstGeom>
        </p:spPr>
        <p:txBody>
          <a:bodyPr anchor="ctr">
            <a:spAutoFit/>
          </a:bodyPr>
          <a:lstStyle>
            <a:lvl1pPr defTabSz="1219139">
              <a:defRPr sz="2051" b="0">
                <a:solidFill>
                  <a:srgbClr val="FFFFFF"/>
                </a:solidFill>
                <a:latin typeface="Arial" panose="020B0604020202020204" pitchFamily="34" charset="0"/>
                <a:ea typeface="Arial" panose="020B0604020202020204" pitchFamily="34" charset="0"/>
                <a:cs typeface="Arial" panose="020B0604020202020204" pitchFamily="34" charset="0"/>
                <a:sym typeface="IBM Plex Sans Medium"/>
              </a:defRPr>
            </a:lvl1pPr>
          </a:lstStyle>
          <a:p>
            <a:r>
              <a:t>ИМЯ СПИКЕРА</a:t>
            </a:r>
          </a:p>
        </p:txBody>
      </p:sp>
      <p:sp>
        <p:nvSpPr>
          <p:cNvPr id="18" name="Компания, Должность"/>
          <p:cNvSpPr txBox="1">
            <a:spLocks noGrp="1"/>
          </p:cNvSpPr>
          <p:nvPr>
            <p:ph type="body" sz="quarter" idx="23" hasCustomPrompt="1"/>
          </p:nvPr>
        </p:nvSpPr>
        <p:spPr>
          <a:xfrm>
            <a:off x="1490396" y="6001951"/>
            <a:ext cx="4277731" cy="276999"/>
          </a:xfrm>
          <a:prstGeom prst="rect">
            <a:avLst/>
          </a:prstGeom>
        </p:spPr>
        <p:txBody>
          <a:bodyPr anchor="ctr">
            <a:spAutoFit/>
          </a:bodyPr>
          <a:lstStyle>
            <a:lvl1pPr defTabSz="1219139">
              <a:defRPr sz="1200" b="0">
                <a:solidFill>
                  <a:srgbClr val="FFFFFF"/>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t>Компания, Должность</a:t>
            </a:r>
          </a:p>
        </p:txBody>
      </p:sp>
      <p:sp>
        <p:nvSpPr>
          <p:cNvPr id="19" name="НАЗВАНИЕ ТЕМЫ В РАМКАХ КОНФЕРЕННЦИИ"/>
          <p:cNvSpPr txBox="1">
            <a:spLocks noGrp="1"/>
          </p:cNvSpPr>
          <p:nvPr>
            <p:ph type="body" sz="quarter" idx="24" hasCustomPrompt="1"/>
          </p:nvPr>
        </p:nvSpPr>
        <p:spPr>
          <a:xfrm>
            <a:off x="210774" y="3363541"/>
            <a:ext cx="8058584" cy="1323439"/>
          </a:xfrm>
          <a:prstGeom prst="rect">
            <a:avLst/>
          </a:prstGeom>
        </p:spPr>
        <p:txBody>
          <a:bodyPr wrap="square" anchor="ctr">
            <a:spAutoFit/>
          </a:bodyPr>
          <a:lstStyle>
            <a:lvl1pPr defTabSz="1219139">
              <a:defRPr sz="4000" b="0">
                <a:solidFill>
                  <a:srgbClr val="FFFFFF"/>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dirty="0"/>
              <a:t>НАЗВАНИЕ ТЕМЫ КОНФЕРЕННЦИИ</a:t>
            </a:r>
          </a:p>
        </p:txBody>
      </p:sp>
      <p:pic>
        <p:nvPicPr>
          <p:cNvPr id="3" name="Рисунок 2">
            <a:extLst>
              <a:ext uri="{FF2B5EF4-FFF2-40B4-BE49-F238E27FC236}">
                <a16:creationId xmlns:a16="http://schemas.microsoft.com/office/drawing/2014/main" id="{8D59B803-A2C9-1999-9BCB-A3F48ABFE78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014398" y="5966780"/>
            <a:ext cx="2857500" cy="520700"/>
          </a:xfrm>
          <a:prstGeom prst="rect">
            <a:avLst/>
          </a:prstGeom>
        </p:spPr>
      </p:pic>
      <p:pic>
        <p:nvPicPr>
          <p:cNvPr id="7" name="Рисунок 6">
            <a:extLst>
              <a:ext uri="{FF2B5EF4-FFF2-40B4-BE49-F238E27FC236}">
                <a16:creationId xmlns:a16="http://schemas.microsoft.com/office/drawing/2014/main" id="{7FEB2DA1-D2C0-1408-62FF-63BDC0A986CD}"/>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985698" y="412004"/>
            <a:ext cx="3886200" cy="469900"/>
          </a:xfrm>
          <a:prstGeom prst="rect">
            <a:avLst/>
          </a:prstGeom>
        </p:spPr>
      </p:pic>
      <p:sp>
        <p:nvSpPr>
          <p:cNvPr id="2" name="Изображение">
            <a:extLst>
              <a:ext uri="{FF2B5EF4-FFF2-40B4-BE49-F238E27FC236}">
                <a16:creationId xmlns:a16="http://schemas.microsoft.com/office/drawing/2014/main" id="{5BFE2AE2-E239-6BCB-2334-B3EB9A981E90}"/>
              </a:ext>
            </a:extLst>
          </p:cNvPr>
          <p:cNvSpPr>
            <a:spLocks noGrp="1"/>
          </p:cNvSpPr>
          <p:nvPr>
            <p:ph type="pic" sz="quarter" idx="25" hasCustomPrompt="1"/>
          </p:nvPr>
        </p:nvSpPr>
        <p:spPr>
          <a:xfrm>
            <a:off x="10653913" y="1171742"/>
            <a:ext cx="1217985" cy="1217985"/>
          </a:xfrm>
          <a:prstGeom prst="roundRect">
            <a:avLst/>
          </a:prstGeom>
          <a:blipFill>
            <a:blip r:embed="rId4"/>
            <a:tile tx="0" ty="0" sx="100000" sy="100000" flip="none" algn="tl"/>
          </a:blipFill>
        </p:spPr>
        <p:txBody>
          <a:bodyPr lIns="91439" tIns="45719" rIns="91439" bIns="45719" anchor="ctr">
            <a:noAutofit/>
          </a:bodyPr>
          <a:lstStyle>
            <a:lvl1pPr algn="ctr">
              <a:defRPr sz="900">
                <a:solidFill>
                  <a:schemeClr val="bg1"/>
                </a:solidFill>
              </a:defRPr>
            </a:lvl1pPr>
          </a:lstStyle>
          <a:p>
            <a:r>
              <a:rPr lang="ru-RU" dirty="0"/>
              <a:t>Логотип</a:t>
            </a:r>
            <a:endParaRPr dirty="0"/>
          </a:p>
        </p:txBody>
      </p:sp>
      <p:pic>
        <p:nvPicPr>
          <p:cNvPr id="4" name="Рисунок 3">
            <a:extLst>
              <a:ext uri="{FF2B5EF4-FFF2-40B4-BE49-F238E27FC236}">
                <a16:creationId xmlns:a16="http://schemas.microsoft.com/office/drawing/2014/main" id="{31D79D2A-8CB7-47D6-F610-B7639F264BF9}"/>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310163" y="765358"/>
            <a:ext cx="3609801" cy="2250499"/>
          </a:xfrm>
          <a:prstGeom prst="rect">
            <a:avLst/>
          </a:prstGeom>
        </p:spPr>
      </p:pic>
      <p:pic>
        <p:nvPicPr>
          <p:cNvPr id="6" name="Рисунок 5">
            <a:extLst>
              <a:ext uri="{FF2B5EF4-FFF2-40B4-BE49-F238E27FC236}">
                <a16:creationId xmlns:a16="http://schemas.microsoft.com/office/drawing/2014/main" id="{C6E80115-9B5D-8D2E-CAC6-C397406B55C2}"/>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39980" y="406673"/>
            <a:ext cx="2672195" cy="216531"/>
          </a:xfrm>
          <a:prstGeom prst="rect">
            <a:avLst/>
          </a:prstGeom>
        </p:spPr>
      </p:pic>
    </p:spTree>
    <p:extLst>
      <p:ext uri="{BB962C8B-B14F-4D97-AF65-F5344CB8AC3E}">
        <p14:creationId xmlns:p14="http://schemas.microsoft.com/office/powerpoint/2010/main" val="2589847907"/>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Заголовок копия 1">
    <p:bg>
      <p:bgPr>
        <a:gradFill>
          <a:gsLst>
            <a:gs pos="0">
              <a:srgbClr val="003E44"/>
            </a:gs>
            <a:gs pos="98000">
              <a:srgbClr val="040F1A"/>
            </a:gs>
          </a:gsLst>
          <a:lin ang="6600000" scaled="0"/>
        </a:gradFill>
        <a:effectLst/>
      </p:bgPr>
    </p:bg>
    <p:spTree>
      <p:nvGrpSpPr>
        <p:cNvPr id="1" name=""/>
        <p:cNvGrpSpPr/>
        <p:nvPr/>
      </p:nvGrpSpPr>
      <p:grpSpPr>
        <a:xfrm>
          <a:off x="0" y="0"/>
          <a:ext cx="0" cy="0"/>
          <a:chOff x="0" y="0"/>
          <a:chExt cx="0" cy="0"/>
        </a:xfrm>
      </p:grpSpPr>
      <p:sp>
        <p:nvSpPr>
          <p:cNvPr id="9" name="Прямоугольник">
            <a:extLst>
              <a:ext uri="{FF2B5EF4-FFF2-40B4-BE49-F238E27FC236}">
                <a16:creationId xmlns:a16="http://schemas.microsoft.com/office/drawing/2014/main" id="{AD9A57D7-14F8-4984-8AEF-0D2E99AB1B56}"/>
              </a:ext>
            </a:extLst>
          </p:cNvPr>
          <p:cNvSpPr/>
          <p:nvPr userDrawn="1"/>
        </p:nvSpPr>
        <p:spPr>
          <a:xfrm>
            <a:off x="-4976" y="6449897"/>
            <a:ext cx="12201951" cy="409755"/>
          </a:xfrm>
          <a:prstGeom prst="rect">
            <a:avLst/>
          </a:prstGeom>
          <a:solidFill>
            <a:srgbClr val="002F36"/>
          </a:solidFill>
          <a:ln w="12700">
            <a:miter lim="400000"/>
          </a:ln>
        </p:spPr>
        <p:txBody>
          <a:bodyPr lIns="25400" tIns="25400" rIns="25400" bIns="25400" anchor="ctr"/>
          <a:lstStyle/>
          <a:p>
            <a:pPr defTabSz="412740">
              <a:defRPr sz="3200">
                <a:solidFill>
                  <a:srgbClr val="FFFFFF"/>
                </a:solidFill>
                <a:latin typeface="Helvetica Neue Medium"/>
                <a:ea typeface="Helvetica Neue Medium"/>
                <a:cs typeface="Helvetica Neue Medium"/>
                <a:sym typeface="Helvetica Neue Medium"/>
              </a:defRPr>
            </a:pPr>
            <a:endParaRPr sz="1600" dirty="0"/>
          </a:p>
        </p:txBody>
      </p:sp>
      <p:sp>
        <p:nvSpPr>
          <p:cNvPr id="10" name="TextBox 9">
            <a:extLst>
              <a:ext uri="{FF2B5EF4-FFF2-40B4-BE49-F238E27FC236}">
                <a16:creationId xmlns:a16="http://schemas.microsoft.com/office/drawing/2014/main" id="{170253BA-E8B8-DA46-F287-E4C9C5819C4B}"/>
              </a:ext>
            </a:extLst>
          </p:cNvPr>
          <p:cNvSpPr txBox="1"/>
          <p:nvPr userDrawn="1"/>
        </p:nvSpPr>
        <p:spPr>
          <a:xfrm>
            <a:off x="11551921" y="6539251"/>
            <a:ext cx="323279"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r" defTabSz="1219139" rtl="0" fontAlgn="auto" latinLnBrk="0" hangingPunct="0">
              <a:lnSpc>
                <a:spcPct val="100000"/>
              </a:lnSpc>
              <a:spcBef>
                <a:spcPts val="0"/>
              </a:spcBef>
              <a:spcAft>
                <a:spcPts val="0"/>
              </a:spcAft>
              <a:buClrTx/>
              <a:buSzTx/>
              <a:buFontTx/>
              <a:buNone/>
              <a:tabLst/>
            </a:pPr>
            <a:fld id="{3CF6A4A8-0C97-7448-9D04-24BBE92EEE5F}" type="slidenum">
              <a:rPr kumimoji="0" lang="ru-RU" sz="1000" b="0" i="0" u="none" strike="noStrike" cap="none" spc="0" normalizeH="0" baseline="0" smtClean="0">
                <a:ln>
                  <a:noFill/>
                </a:ln>
                <a:solidFill>
                  <a:schemeClr val="bg1"/>
                </a:solidFill>
                <a:effectLst/>
                <a:uFillTx/>
                <a:latin typeface="Arial" panose="020B0604020202020204" pitchFamily="34" charset="0"/>
                <a:ea typeface="+mn-ea"/>
                <a:cs typeface="Arial" panose="020B0604020202020204" pitchFamily="34" charset="0"/>
                <a:sym typeface="Helvetica Neue"/>
              </a:rPr>
              <a:pPr marL="0" marR="0" indent="0" algn="r" defTabSz="1219139" rtl="0" fontAlgn="auto" latinLnBrk="0" hangingPunct="0">
                <a:lnSpc>
                  <a:spcPct val="100000"/>
                </a:lnSpc>
                <a:spcBef>
                  <a:spcPts val="0"/>
                </a:spcBef>
                <a:spcAft>
                  <a:spcPts val="0"/>
                </a:spcAft>
                <a:buClrTx/>
                <a:buSzTx/>
                <a:buFontTx/>
                <a:buNone/>
                <a:tabLst/>
              </a:pPr>
              <a:t>‹#›</a:t>
            </a:fld>
            <a:endParaRPr kumimoji="0" lang="ru-RU" sz="1000" b="0" i="0" u="none" strike="noStrike" cap="none" spc="0" normalizeH="0" baseline="0" dirty="0">
              <a:ln>
                <a:noFill/>
              </a:ln>
              <a:solidFill>
                <a:schemeClr val="bg1"/>
              </a:solidFill>
              <a:effectLst/>
              <a:uFillTx/>
              <a:latin typeface="Arial" panose="020B0604020202020204" pitchFamily="34" charset="0"/>
              <a:ea typeface="+mn-ea"/>
              <a:cs typeface="Arial" panose="020B0604020202020204" pitchFamily="34" charset="0"/>
              <a:sym typeface="Helvetica Neue"/>
            </a:endParaRPr>
          </a:p>
        </p:txBody>
      </p:sp>
      <p:pic>
        <p:nvPicPr>
          <p:cNvPr id="12" name="Рисунок 11">
            <a:extLst>
              <a:ext uri="{FF2B5EF4-FFF2-40B4-BE49-F238E27FC236}">
                <a16:creationId xmlns:a16="http://schemas.microsoft.com/office/drawing/2014/main" id="{60B1D735-CF8C-835C-1CE9-D08CA453ACF6}"/>
              </a:ext>
            </a:extLst>
          </p:cNvPr>
          <p:cNvPicPr>
            <a:picLocks noChangeAspect="1"/>
          </p:cNvPicPr>
          <p:nvPr userDrawn="1"/>
        </p:nvPicPr>
        <p:blipFill>
          <a:blip>
            <a:alphaModFix amt="63000"/>
            <a:extLst>
              <a:ext uri="{96DAC541-7B7A-43D3-8B79-37D633B846F1}">
                <asvg:svgBlip xmlns:asvg="http://schemas.microsoft.com/office/drawing/2016/SVG/main" r:embed="rId2"/>
              </a:ext>
            </a:extLst>
          </a:blip>
          <a:stretch>
            <a:fillRect/>
          </a:stretch>
        </p:blipFill>
        <p:spPr>
          <a:xfrm>
            <a:off x="10013767" y="6518941"/>
            <a:ext cx="1449179" cy="265417"/>
          </a:xfrm>
          <a:prstGeom prst="rect">
            <a:avLst/>
          </a:prstGeom>
        </p:spPr>
      </p:pic>
      <p:pic>
        <p:nvPicPr>
          <p:cNvPr id="13" name="Рисунок 12">
            <a:extLst>
              <a:ext uri="{FF2B5EF4-FFF2-40B4-BE49-F238E27FC236}">
                <a16:creationId xmlns:a16="http://schemas.microsoft.com/office/drawing/2014/main" id="{E36D11DE-5ECF-BBB9-B242-A8D296A851AA}"/>
              </a:ext>
            </a:extLst>
          </p:cNvPr>
          <p:cNvPicPr>
            <a:picLocks noChangeAspect="1"/>
          </p:cNvPicPr>
          <p:nvPr userDrawn="1"/>
        </p:nvPicPr>
        <p:blipFill>
          <a:blip>
            <a:extLst>
              <a:ext uri="{96DAC541-7B7A-43D3-8B79-37D633B846F1}">
                <asvg:svgBlip xmlns:asvg="http://schemas.microsoft.com/office/drawing/2016/SVG/main" r:embed="rId3"/>
              </a:ext>
            </a:extLst>
          </a:blip>
          <a:srcRect r="56481" b="-25761"/>
          <a:stretch>
            <a:fillRect/>
          </a:stretch>
        </p:blipFill>
        <p:spPr>
          <a:xfrm>
            <a:off x="349409" y="6581326"/>
            <a:ext cx="933615" cy="117924"/>
          </a:xfrm>
          <a:prstGeom prst="rect">
            <a:avLst/>
          </a:prstGeom>
        </p:spPr>
      </p:pic>
      <p:pic>
        <p:nvPicPr>
          <p:cNvPr id="14" name="Рисунок 13">
            <a:extLst>
              <a:ext uri="{FF2B5EF4-FFF2-40B4-BE49-F238E27FC236}">
                <a16:creationId xmlns:a16="http://schemas.microsoft.com/office/drawing/2014/main" id="{A11235C7-73CE-1AE2-A532-186EE140C72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335347" y="6584501"/>
            <a:ext cx="1231140" cy="92013"/>
          </a:xfrm>
          <a:prstGeom prst="rect">
            <a:avLst/>
          </a:prstGeom>
        </p:spPr>
      </p:pic>
      <p:sp>
        <p:nvSpPr>
          <p:cNvPr id="15" name="TextBox 14">
            <a:extLst>
              <a:ext uri="{FF2B5EF4-FFF2-40B4-BE49-F238E27FC236}">
                <a16:creationId xmlns:a16="http://schemas.microsoft.com/office/drawing/2014/main" id="{25E3D30B-2685-16DC-05B9-423A0487A6FA}"/>
              </a:ext>
            </a:extLst>
          </p:cNvPr>
          <p:cNvSpPr txBox="1"/>
          <p:nvPr userDrawn="1"/>
        </p:nvSpPr>
        <p:spPr>
          <a:xfrm>
            <a:off x="2899821" y="6538543"/>
            <a:ext cx="5455224"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100000"/>
              </a:lnSpc>
              <a:spcBef>
                <a:spcPts val="0"/>
              </a:spcBef>
              <a:spcAft>
                <a:spcPts val="0"/>
              </a:spcAft>
              <a:buClrTx/>
              <a:buSzTx/>
              <a:buFontTx/>
              <a:buNone/>
              <a:tabLst/>
            </a:pPr>
            <a:r>
              <a:rPr kumimoji="0" lang="ru-RU" sz="1000" b="0" i="0" u="none" strike="noStrike" cap="none" spc="0" normalizeH="0" baseline="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rPr>
              <a:t>НЕТВОРКИНГ–КОНФЕРЕНЦИЯ</a:t>
            </a:r>
            <a:endParaRPr kumimoji="0" lang="ru-RU" sz="1000" b="0" i="0" u="none" strike="noStrike" cap="none" spc="0" normalizeH="0" baseline="0" dirty="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endParaRPr>
          </a:p>
        </p:txBody>
      </p:sp>
      <p:pic>
        <p:nvPicPr>
          <p:cNvPr id="16" name="Рисунок 15">
            <a:extLst>
              <a:ext uri="{FF2B5EF4-FFF2-40B4-BE49-F238E27FC236}">
                <a16:creationId xmlns:a16="http://schemas.microsoft.com/office/drawing/2014/main" id="{423EB176-6515-5F4D-E04E-51ED9569BD9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83929" y="6563832"/>
            <a:ext cx="133350" cy="133350"/>
          </a:xfrm>
          <a:prstGeom prst="rect">
            <a:avLst/>
          </a:prstGeom>
        </p:spPr>
      </p:pic>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Заголовок копия">
    <p:bg>
      <p:bgPr>
        <a:gradFill>
          <a:gsLst>
            <a:gs pos="0">
              <a:srgbClr val="003E44"/>
            </a:gs>
            <a:gs pos="98000">
              <a:srgbClr val="040F1A"/>
            </a:gs>
          </a:gsLst>
          <a:lin ang="6600000" scaled="0"/>
        </a:gradFill>
        <a:effectLst/>
      </p:bgPr>
    </p:bg>
    <p:spTree>
      <p:nvGrpSpPr>
        <p:cNvPr id="1" name=""/>
        <p:cNvGrpSpPr/>
        <p:nvPr/>
      </p:nvGrpSpPr>
      <p:grpSpPr>
        <a:xfrm>
          <a:off x="0" y="0"/>
          <a:ext cx="0" cy="0"/>
          <a:chOff x="0" y="0"/>
          <a:chExt cx="0" cy="0"/>
        </a:xfrm>
      </p:grpSpPr>
      <p:sp>
        <p:nvSpPr>
          <p:cNvPr id="13" name="Google Shape;7;p2">
            <a:extLst>
              <a:ext uri="{FF2B5EF4-FFF2-40B4-BE49-F238E27FC236}">
                <a16:creationId xmlns:a16="http://schemas.microsoft.com/office/drawing/2014/main" id="{68358C40-1CC3-F5B0-6593-E2E74AC96B63}"/>
              </a:ext>
            </a:extLst>
          </p:cNvPr>
          <p:cNvSpPr>
            <a:spLocks noGrp="1"/>
          </p:cNvSpPr>
          <p:nvPr>
            <p:ph type="pic" idx="2"/>
          </p:nvPr>
        </p:nvSpPr>
        <p:spPr>
          <a:xfrm>
            <a:off x="0" y="0"/>
            <a:ext cx="12201951" cy="4402612"/>
          </a:xfrm>
          <a:prstGeom prst="rect">
            <a:avLst/>
          </a:prstGeom>
          <a:solidFill>
            <a:srgbClr val="D8D8D8"/>
          </a:solidFill>
          <a:ln>
            <a:noFill/>
          </a:ln>
        </p:spPr>
      </p:sp>
      <p:sp>
        <p:nvSpPr>
          <p:cNvPr id="3" name="Прямоугольник">
            <a:extLst>
              <a:ext uri="{FF2B5EF4-FFF2-40B4-BE49-F238E27FC236}">
                <a16:creationId xmlns:a16="http://schemas.microsoft.com/office/drawing/2014/main" id="{F5754701-AC4A-B103-BC8A-EFD35147C352}"/>
              </a:ext>
            </a:extLst>
          </p:cNvPr>
          <p:cNvSpPr/>
          <p:nvPr userDrawn="1"/>
        </p:nvSpPr>
        <p:spPr>
          <a:xfrm>
            <a:off x="-4976" y="6449897"/>
            <a:ext cx="12201951" cy="409755"/>
          </a:xfrm>
          <a:prstGeom prst="rect">
            <a:avLst/>
          </a:prstGeom>
          <a:solidFill>
            <a:srgbClr val="002F36"/>
          </a:solidFill>
          <a:ln w="12700">
            <a:miter lim="400000"/>
          </a:ln>
        </p:spPr>
        <p:txBody>
          <a:bodyPr lIns="25400" tIns="25400" rIns="25400" bIns="25400" anchor="ctr"/>
          <a:lstStyle/>
          <a:p>
            <a:pPr defTabSz="412740">
              <a:defRPr sz="3200">
                <a:solidFill>
                  <a:srgbClr val="FFFFFF"/>
                </a:solidFill>
                <a:latin typeface="Helvetica Neue Medium"/>
                <a:ea typeface="Helvetica Neue Medium"/>
                <a:cs typeface="Helvetica Neue Medium"/>
                <a:sym typeface="Helvetica Neue Medium"/>
              </a:defRPr>
            </a:pPr>
            <a:endParaRPr sz="1600" dirty="0"/>
          </a:p>
        </p:txBody>
      </p:sp>
      <p:sp>
        <p:nvSpPr>
          <p:cNvPr id="4" name="TextBox 3">
            <a:extLst>
              <a:ext uri="{FF2B5EF4-FFF2-40B4-BE49-F238E27FC236}">
                <a16:creationId xmlns:a16="http://schemas.microsoft.com/office/drawing/2014/main" id="{871F7228-0C5F-00FE-0218-EAC90EAF1ACB}"/>
              </a:ext>
            </a:extLst>
          </p:cNvPr>
          <p:cNvSpPr txBox="1"/>
          <p:nvPr userDrawn="1"/>
        </p:nvSpPr>
        <p:spPr>
          <a:xfrm>
            <a:off x="11551921" y="6539251"/>
            <a:ext cx="323279"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r" defTabSz="1219139" rtl="0" fontAlgn="auto" latinLnBrk="0" hangingPunct="0">
              <a:lnSpc>
                <a:spcPct val="100000"/>
              </a:lnSpc>
              <a:spcBef>
                <a:spcPts val="0"/>
              </a:spcBef>
              <a:spcAft>
                <a:spcPts val="0"/>
              </a:spcAft>
              <a:buClrTx/>
              <a:buSzTx/>
              <a:buFontTx/>
              <a:buNone/>
              <a:tabLst/>
            </a:pPr>
            <a:fld id="{3CF6A4A8-0C97-7448-9D04-24BBE92EEE5F}" type="slidenum">
              <a:rPr kumimoji="0" lang="ru-RU" sz="1000" b="0" i="0" u="none" strike="noStrike" cap="none" spc="0" normalizeH="0" baseline="0" smtClean="0">
                <a:ln>
                  <a:noFill/>
                </a:ln>
                <a:solidFill>
                  <a:schemeClr val="bg1"/>
                </a:solidFill>
                <a:effectLst/>
                <a:uFillTx/>
                <a:latin typeface="Arial" panose="020B0604020202020204" pitchFamily="34" charset="0"/>
                <a:ea typeface="+mn-ea"/>
                <a:cs typeface="Arial" panose="020B0604020202020204" pitchFamily="34" charset="0"/>
                <a:sym typeface="Helvetica Neue"/>
              </a:rPr>
              <a:pPr marL="0" marR="0" indent="0" algn="r" defTabSz="1219139" rtl="0" fontAlgn="auto" latinLnBrk="0" hangingPunct="0">
                <a:lnSpc>
                  <a:spcPct val="100000"/>
                </a:lnSpc>
                <a:spcBef>
                  <a:spcPts val="0"/>
                </a:spcBef>
                <a:spcAft>
                  <a:spcPts val="0"/>
                </a:spcAft>
                <a:buClrTx/>
                <a:buSzTx/>
                <a:buFontTx/>
                <a:buNone/>
                <a:tabLst/>
              </a:pPr>
              <a:t>‹#›</a:t>
            </a:fld>
            <a:endParaRPr kumimoji="0" lang="ru-RU" sz="1000" b="0" i="0" u="none" strike="noStrike" cap="none" spc="0" normalizeH="0" baseline="0" dirty="0">
              <a:ln>
                <a:noFill/>
              </a:ln>
              <a:solidFill>
                <a:schemeClr val="bg1"/>
              </a:solidFill>
              <a:effectLst/>
              <a:uFillTx/>
              <a:latin typeface="Arial" panose="020B0604020202020204" pitchFamily="34" charset="0"/>
              <a:ea typeface="+mn-ea"/>
              <a:cs typeface="Arial" panose="020B0604020202020204" pitchFamily="34" charset="0"/>
              <a:sym typeface="Helvetica Neue"/>
            </a:endParaRPr>
          </a:p>
        </p:txBody>
      </p:sp>
      <p:pic>
        <p:nvPicPr>
          <p:cNvPr id="9" name="Рисунок 8">
            <a:extLst>
              <a:ext uri="{FF2B5EF4-FFF2-40B4-BE49-F238E27FC236}">
                <a16:creationId xmlns:a16="http://schemas.microsoft.com/office/drawing/2014/main" id="{61604FF3-4D38-1F57-17D1-86463B200733}"/>
              </a:ext>
            </a:extLst>
          </p:cNvPr>
          <p:cNvPicPr>
            <a:picLocks noChangeAspect="1"/>
          </p:cNvPicPr>
          <p:nvPr userDrawn="1"/>
        </p:nvPicPr>
        <p:blipFill>
          <a:blip>
            <a:alphaModFix amt="63000"/>
            <a:extLst>
              <a:ext uri="{96DAC541-7B7A-43D3-8B79-37D633B846F1}">
                <asvg:svgBlip xmlns:asvg="http://schemas.microsoft.com/office/drawing/2016/SVG/main" r:embed="rId2"/>
              </a:ext>
            </a:extLst>
          </a:blip>
          <a:stretch>
            <a:fillRect/>
          </a:stretch>
        </p:blipFill>
        <p:spPr>
          <a:xfrm>
            <a:off x="10013767" y="6518941"/>
            <a:ext cx="1449179" cy="265417"/>
          </a:xfrm>
          <a:prstGeom prst="rect">
            <a:avLst/>
          </a:prstGeom>
        </p:spPr>
      </p:pic>
      <p:pic>
        <p:nvPicPr>
          <p:cNvPr id="10" name="Рисунок 9">
            <a:extLst>
              <a:ext uri="{FF2B5EF4-FFF2-40B4-BE49-F238E27FC236}">
                <a16:creationId xmlns:a16="http://schemas.microsoft.com/office/drawing/2014/main" id="{325553F2-B903-1702-606B-FD31A5A6D639}"/>
              </a:ext>
            </a:extLst>
          </p:cNvPr>
          <p:cNvPicPr>
            <a:picLocks noChangeAspect="1"/>
          </p:cNvPicPr>
          <p:nvPr userDrawn="1"/>
        </p:nvPicPr>
        <p:blipFill>
          <a:blip>
            <a:extLst>
              <a:ext uri="{96DAC541-7B7A-43D3-8B79-37D633B846F1}">
                <asvg:svgBlip xmlns:asvg="http://schemas.microsoft.com/office/drawing/2016/SVG/main" r:embed="rId3"/>
              </a:ext>
            </a:extLst>
          </a:blip>
          <a:srcRect r="56481" b="-25761"/>
          <a:stretch>
            <a:fillRect/>
          </a:stretch>
        </p:blipFill>
        <p:spPr>
          <a:xfrm>
            <a:off x="349409" y="6581326"/>
            <a:ext cx="933615" cy="117924"/>
          </a:xfrm>
          <a:prstGeom prst="rect">
            <a:avLst/>
          </a:prstGeom>
        </p:spPr>
      </p:pic>
      <p:pic>
        <p:nvPicPr>
          <p:cNvPr id="11" name="Рисунок 10">
            <a:extLst>
              <a:ext uri="{FF2B5EF4-FFF2-40B4-BE49-F238E27FC236}">
                <a16:creationId xmlns:a16="http://schemas.microsoft.com/office/drawing/2014/main" id="{758214A7-3A3C-0654-1BC8-16FB11BA14F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335347" y="6584501"/>
            <a:ext cx="1231140" cy="92013"/>
          </a:xfrm>
          <a:prstGeom prst="rect">
            <a:avLst/>
          </a:prstGeom>
        </p:spPr>
      </p:pic>
      <p:sp>
        <p:nvSpPr>
          <p:cNvPr id="14" name="TextBox 13">
            <a:extLst>
              <a:ext uri="{FF2B5EF4-FFF2-40B4-BE49-F238E27FC236}">
                <a16:creationId xmlns:a16="http://schemas.microsoft.com/office/drawing/2014/main" id="{014429BE-5EA6-BAA4-B69E-9494B85C1E32}"/>
              </a:ext>
            </a:extLst>
          </p:cNvPr>
          <p:cNvSpPr txBox="1"/>
          <p:nvPr userDrawn="1"/>
        </p:nvSpPr>
        <p:spPr>
          <a:xfrm>
            <a:off x="2899821" y="6538543"/>
            <a:ext cx="5455224"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100000"/>
              </a:lnSpc>
              <a:spcBef>
                <a:spcPts val="0"/>
              </a:spcBef>
              <a:spcAft>
                <a:spcPts val="0"/>
              </a:spcAft>
              <a:buClrTx/>
              <a:buSzTx/>
              <a:buFontTx/>
              <a:buNone/>
              <a:tabLst/>
            </a:pPr>
            <a:r>
              <a:rPr kumimoji="0" lang="ru-RU" sz="1000" b="0" i="0" u="none" strike="noStrike" cap="none" spc="0" normalizeH="0" baseline="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rPr>
              <a:t>НЕТВОРКИНГ–КОНФЕРЕНЦИЯ</a:t>
            </a:r>
            <a:endParaRPr kumimoji="0" lang="ru-RU" sz="1000" b="0" i="0" u="none" strike="noStrike" cap="none" spc="0" normalizeH="0" baseline="0" dirty="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endParaRPr>
          </a:p>
        </p:txBody>
      </p:sp>
      <p:pic>
        <p:nvPicPr>
          <p:cNvPr id="15" name="Рисунок 14">
            <a:extLst>
              <a:ext uri="{FF2B5EF4-FFF2-40B4-BE49-F238E27FC236}">
                <a16:creationId xmlns:a16="http://schemas.microsoft.com/office/drawing/2014/main" id="{C200C210-0441-BA53-231F-C411E28AC724}"/>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83929" y="6563832"/>
            <a:ext cx="133350" cy="133350"/>
          </a:xfrm>
          <a:prstGeom prst="rect">
            <a:avLst/>
          </a:prstGeom>
        </p:spPr>
      </p:pic>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Заголовок копия 2">
    <p:bg>
      <p:bgPr>
        <a:gradFill>
          <a:gsLst>
            <a:gs pos="0">
              <a:srgbClr val="003E44"/>
            </a:gs>
            <a:gs pos="98000">
              <a:srgbClr val="040F1A"/>
            </a:gs>
          </a:gsLst>
          <a:lin ang="6600000" scaled="0"/>
        </a:gradFill>
        <a:effectLst/>
      </p:bgPr>
    </p:bg>
    <p:spTree>
      <p:nvGrpSpPr>
        <p:cNvPr id="1" name=""/>
        <p:cNvGrpSpPr/>
        <p:nvPr/>
      </p:nvGrpSpPr>
      <p:grpSpPr>
        <a:xfrm>
          <a:off x="0" y="0"/>
          <a:ext cx="0" cy="0"/>
          <a:chOff x="0" y="0"/>
          <a:chExt cx="0" cy="0"/>
        </a:xfrm>
      </p:grpSpPr>
      <p:sp>
        <p:nvSpPr>
          <p:cNvPr id="2" name="Google Shape;7;p2">
            <a:extLst>
              <a:ext uri="{FF2B5EF4-FFF2-40B4-BE49-F238E27FC236}">
                <a16:creationId xmlns:a16="http://schemas.microsoft.com/office/drawing/2014/main" id="{689D3332-032D-1110-B6A2-127F478C1197}"/>
              </a:ext>
            </a:extLst>
          </p:cNvPr>
          <p:cNvSpPr>
            <a:spLocks noGrp="1"/>
          </p:cNvSpPr>
          <p:nvPr>
            <p:ph type="pic" idx="2"/>
          </p:nvPr>
        </p:nvSpPr>
        <p:spPr>
          <a:xfrm>
            <a:off x="5747658" y="0"/>
            <a:ext cx="6454294" cy="6403724"/>
          </a:xfrm>
          <a:prstGeom prst="rect">
            <a:avLst/>
          </a:prstGeom>
          <a:solidFill>
            <a:srgbClr val="D8D8D8"/>
          </a:solidFill>
          <a:ln>
            <a:noFill/>
          </a:ln>
        </p:spPr>
      </p:sp>
      <p:sp>
        <p:nvSpPr>
          <p:cNvPr id="15" name="Прямоугольник">
            <a:extLst>
              <a:ext uri="{FF2B5EF4-FFF2-40B4-BE49-F238E27FC236}">
                <a16:creationId xmlns:a16="http://schemas.microsoft.com/office/drawing/2014/main" id="{5069AB50-69F3-6423-F553-8C44CD1E541F}"/>
              </a:ext>
            </a:extLst>
          </p:cNvPr>
          <p:cNvSpPr/>
          <p:nvPr userDrawn="1"/>
        </p:nvSpPr>
        <p:spPr>
          <a:xfrm>
            <a:off x="-4976" y="6449897"/>
            <a:ext cx="12201951" cy="409755"/>
          </a:xfrm>
          <a:prstGeom prst="rect">
            <a:avLst/>
          </a:prstGeom>
          <a:solidFill>
            <a:srgbClr val="002F36"/>
          </a:solidFill>
          <a:ln w="12700">
            <a:miter lim="400000"/>
          </a:ln>
        </p:spPr>
        <p:txBody>
          <a:bodyPr lIns="25400" tIns="25400" rIns="25400" bIns="25400" anchor="ctr"/>
          <a:lstStyle/>
          <a:p>
            <a:pPr defTabSz="412740">
              <a:defRPr sz="3200">
                <a:solidFill>
                  <a:srgbClr val="FFFFFF"/>
                </a:solidFill>
                <a:latin typeface="Helvetica Neue Medium"/>
                <a:ea typeface="Helvetica Neue Medium"/>
                <a:cs typeface="Helvetica Neue Medium"/>
                <a:sym typeface="Helvetica Neue Medium"/>
              </a:defRPr>
            </a:pPr>
            <a:endParaRPr sz="1600" dirty="0"/>
          </a:p>
        </p:txBody>
      </p:sp>
      <p:sp>
        <p:nvSpPr>
          <p:cNvPr id="16" name="TextBox 15">
            <a:extLst>
              <a:ext uri="{FF2B5EF4-FFF2-40B4-BE49-F238E27FC236}">
                <a16:creationId xmlns:a16="http://schemas.microsoft.com/office/drawing/2014/main" id="{B04C4BD9-C887-A30A-A794-E4D95EB6380C}"/>
              </a:ext>
            </a:extLst>
          </p:cNvPr>
          <p:cNvSpPr txBox="1"/>
          <p:nvPr userDrawn="1"/>
        </p:nvSpPr>
        <p:spPr>
          <a:xfrm>
            <a:off x="11551921" y="6539251"/>
            <a:ext cx="323279"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r" defTabSz="1219139" rtl="0" fontAlgn="auto" latinLnBrk="0" hangingPunct="0">
              <a:lnSpc>
                <a:spcPct val="100000"/>
              </a:lnSpc>
              <a:spcBef>
                <a:spcPts val="0"/>
              </a:spcBef>
              <a:spcAft>
                <a:spcPts val="0"/>
              </a:spcAft>
              <a:buClrTx/>
              <a:buSzTx/>
              <a:buFontTx/>
              <a:buNone/>
              <a:tabLst/>
            </a:pPr>
            <a:fld id="{3CF6A4A8-0C97-7448-9D04-24BBE92EEE5F}" type="slidenum">
              <a:rPr kumimoji="0" lang="ru-RU" sz="1000" b="0" i="0" u="none" strike="noStrike" cap="none" spc="0" normalizeH="0" baseline="0" smtClean="0">
                <a:ln>
                  <a:noFill/>
                </a:ln>
                <a:solidFill>
                  <a:schemeClr val="bg1"/>
                </a:solidFill>
                <a:effectLst/>
                <a:uFillTx/>
                <a:latin typeface="Arial" panose="020B0604020202020204" pitchFamily="34" charset="0"/>
                <a:ea typeface="+mn-ea"/>
                <a:cs typeface="Arial" panose="020B0604020202020204" pitchFamily="34" charset="0"/>
                <a:sym typeface="Helvetica Neue"/>
              </a:rPr>
              <a:pPr marL="0" marR="0" indent="0" algn="r" defTabSz="1219139" rtl="0" fontAlgn="auto" latinLnBrk="0" hangingPunct="0">
                <a:lnSpc>
                  <a:spcPct val="100000"/>
                </a:lnSpc>
                <a:spcBef>
                  <a:spcPts val="0"/>
                </a:spcBef>
                <a:spcAft>
                  <a:spcPts val="0"/>
                </a:spcAft>
                <a:buClrTx/>
                <a:buSzTx/>
                <a:buFontTx/>
                <a:buNone/>
                <a:tabLst/>
              </a:pPr>
              <a:t>‹#›</a:t>
            </a:fld>
            <a:endParaRPr kumimoji="0" lang="ru-RU" sz="1000" b="0" i="0" u="none" strike="noStrike" cap="none" spc="0" normalizeH="0" baseline="0" dirty="0">
              <a:ln>
                <a:noFill/>
              </a:ln>
              <a:solidFill>
                <a:schemeClr val="bg1"/>
              </a:solidFill>
              <a:effectLst/>
              <a:uFillTx/>
              <a:latin typeface="Arial" panose="020B0604020202020204" pitchFamily="34" charset="0"/>
              <a:ea typeface="+mn-ea"/>
              <a:cs typeface="Arial" panose="020B0604020202020204" pitchFamily="34" charset="0"/>
              <a:sym typeface="Helvetica Neue"/>
            </a:endParaRPr>
          </a:p>
        </p:txBody>
      </p:sp>
      <p:pic>
        <p:nvPicPr>
          <p:cNvPr id="17" name="Рисунок 16">
            <a:extLst>
              <a:ext uri="{FF2B5EF4-FFF2-40B4-BE49-F238E27FC236}">
                <a16:creationId xmlns:a16="http://schemas.microsoft.com/office/drawing/2014/main" id="{973BE3C1-416B-5627-ACE9-C9EB653CF949}"/>
              </a:ext>
            </a:extLst>
          </p:cNvPr>
          <p:cNvPicPr>
            <a:picLocks noChangeAspect="1"/>
          </p:cNvPicPr>
          <p:nvPr userDrawn="1"/>
        </p:nvPicPr>
        <p:blipFill>
          <a:blip>
            <a:alphaModFix amt="63000"/>
            <a:extLst>
              <a:ext uri="{96DAC541-7B7A-43D3-8B79-37D633B846F1}">
                <asvg:svgBlip xmlns:asvg="http://schemas.microsoft.com/office/drawing/2016/SVG/main" r:embed="rId2"/>
              </a:ext>
            </a:extLst>
          </a:blip>
          <a:stretch>
            <a:fillRect/>
          </a:stretch>
        </p:blipFill>
        <p:spPr>
          <a:xfrm>
            <a:off x="10013767" y="6518941"/>
            <a:ext cx="1449179" cy="265417"/>
          </a:xfrm>
          <a:prstGeom prst="rect">
            <a:avLst/>
          </a:prstGeom>
        </p:spPr>
      </p:pic>
      <p:pic>
        <p:nvPicPr>
          <p:cNvPr id="18" name="Рисунок 17">
            <a:extLst>
              <a:ext uri="{FF2B5EF4-FFF2-40B4-BE49-F238E27FC236}">
                <a16:creationId xmlns:a16="http://schemas.microsoft.com/office/drawing/2014/main" id="{207B4EE6-D7E0-B36C-F564-7F8B239421DB}"/>
              </a:ext>
            </a:extLst>
          </p:cNvPr>
          <p:cNvPicPr>
            <a:picLocks noChangeAspect="1"/>
          </p:cNvPicPr>
          <p:nvPr userDrawn="1"/>
        </p:nvPicPr>
        <p:blipFill>
          <a:blip>
            <a:extLst>
              <a:ext uri="{96DAC541-7B7A-43D3-8B79-37D633B846F1}">
                <asvg:svgBlip xmlns:asvg="http://schemas.microsoft.com/office/drawing/2016/SVG/main" r:embed="rId3"/>
              </a:ext>
            </a:extLst>
          </a:blip>
          <a:srcRect r="56481" b="-25761"/>
          <a:stretch>
            <a:fillRect/>
          </a:stretch>
        </p:blipFill>
        <p:spPr>
          <a:xfrm>
            <a:off x="349409" y="6581326"/>
            <a:ext cx="933615" cy="117924"/>
          </a:xfrm>
          <a:prstGeom prst="rect">
            <a:avLst/>
          </a:prstGeom>
        </p:spPr>
      </p:pic>
      <p:pic>
        <p:nvPicPr>
          <p:cNvPr id="19" name="Рисунок 18">
            <a:extLst>
              <a:ext uri="{FF2B5EF4-FFF2-40B4-BE49-F238E27FC236}">
                <a16:creationId xmlns:a16="http://schemas.microsoft.com/office/drawing/2014/main" id="{53A1B626-3051-98E4-2BC7-B207E3A3007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335347" y="6584501"/>
            <a:ext cx="1231140" cy="92013"/>
          </a:xfrm>
          <a:prstGeom prst="rect">
            <a:avLst/>
          </a:prstGeom>
        </p:spPr>
      </p:pic>
      <p:sp>
        <p:nvSpPr>
          <p:cNvPr id="20" name="TextBox 19">
            <a:extLst>
              <a:ext uri="{FF2B5EF4-FFF2-40B4-BE49-F238E27FC236}">
                <a16:creationId xmlns:a16="http://schemas.microsoft.com/office/drawing/2014/main" id="{CD513CF3-9F1B-A852-C4DF-8A3753167299}"/>
              </a:ext>
            </a:extLst>
          </p:cNvPr>
          <p:cNvSpPr txBox="1"/>
          <p:nvPr userDrawn="1"/>
        </p:nvSpPr>
        <p:spPr>
          <a:xfrm>
            <a:off x="2899821" y="6538543"/>
            <a:ext cx="5455224"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100000"/>
              </a:lnSpc>
              <a:spcBef>
                <a:spcPts val="0"/>
              </a:spcBef>
              <a:spcAft>
                <a:spcPts val="0"/>
              </a:spcAft>
              <a:buClrTx/>
              <a:buSzTx/>
              <a:buFontTx/>
              <a:buNone/>
              <a:tabLst/>
            </a:pPr>
            <a:r>
              <a:rPr kumimoji="0" lang="ru-RU" sz="1000" b="0" i="0" u="none" strike="noStrike" cap="none" spc="0" normalizeH="0" baseline="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rPr>
              <a:t>НЕТВОРКИНГ–КОНФЕРЕНЦИЯ</a:t>
            </a:r>
            <a:endParaRPr kumimoji="0" lang="ru-RU" sz="1000" b="0" i="0" u="none" strike="noStrike" cap="none" spc="0" normalizeH="0" baseline="0" dirty="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endParaRPr>
          </a:p>
        </p:txBody>
      </p:sp>
      <p:pic>
        <p:nvPicPr>
          <p:cNvPr id="21" name="Рисунок 20">
            <a:extLst>
              <a:ext uri="{FF2B5EF4-FFF2-40B4-BE49-F238E27FC236}">
                <a16:creationId xmlns:a16="http://schemas.microsoft.com/office/drawing/2014/main" id="{607E48A1-7F88-01C8-519C-63E8FA9CE82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83929" y="6563832"/>
            <a:ext cx="133350" cy="133350"/>
          </a:xfrm>
          <a:prstGeom prst="rect">
            <a:avLst/>
          </a:prstGeom>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_Заголовок копия 2">
    <p:bg>
      <p:bgPr>
        <a:gradFill>
          <a:gsLst>
            <a:gs pos="0">
              <a:srgbClr val="003E44"/>
            </a:gs>
            <a:gs pos="98000">
              <a:srgbClr val="040F1A"/>
            </a:gs>
          </a:gsLst>
          <a:lin ang="6600000" scaled="0"/>
        </a:gradFill>
        <a:effectLst/>
      </p:bgPr>
    </p:bg>
    <p:spTree>
      <p:nvGrpSpPr>
        <p:cNvPr id="1" name=""/>
        <p:cNvGrpSpPr/>
        <p:nvPr/>
      </p:nvGrpSpPr>
      <p:grpSpPr>
        <a:xfrm>
          <a:off x="0" y="0"/>
          <a:ext cx="0" cy="0"/>
          <a:chOff x="0" y="0"/>
          <a:chExt cx="0" cy="0"/>
        </a:xfrm>
      </p:grpSpPr>
      <p:sp>
        <p:nvSpPr>
          <p:cNvPr id="2" name="Google Shape;7;p2">
            <a:extLst>
              <a:ext uri="{FF2B5EF4-FFF2-40B4-BE49-F238E27FC236}">
                <a16:creationId xmlns:a16="http://schemas.microsoft.com/office/drawing/2014/main" id="{689D3332-032D-1110-B6A2-127F478C1197}"/>
              </a:ext>
            </a:extLst>
          </p:cNvPr>
          <p:cNvSpPr>
            <a:spLocks noGrp="1"/>
          </p:cNvSpPr>
          <p:nvPr>
            <p:ph type="pic" idx="2"/>
          </p:nvPr>
        </p:nvSpPr>
        <p:spPr>
          <a:xfrm>
            <a:off x="8011886" y="0"/>
            <a:ext cx="4190066" cy="6403724"/>
          </a:xfrm>
          <a:prstGeom prst="rect">
            <a:avLst/>
          </a:prstGeom>
          <a:solidFill>
            <a:srgbClr val="D8D8D8"/>
          </a:solidFill>
          <a:ln>
            <a:noFill/>
          </a:ln>
        </p:spPr>
      </p:sp>
      <p:sp>
        <p:nvSpPr>
          <p:cNvPr id="15" name="Прямоугольник">
            <a:extLst>
              <a:ext uri="{FF2B5EF4-FFF2-40B4-BE49-F238E27FC236}">
                <a16:creationId xmlns:a16="http://schemas.microsoft.com/office/drawing/2014/main" id="{B0767FC9-1D44-9550-8BF6-6D410489494A}"/>
              </a:ext>
            </a:extLst>
          </p:cNvPr>
          <p:cNvSpPr/>
          <p:nvPr userDrawn="1"/>
        </p:nvSpPr>
        <p:spPr>
          <a:xfrm>
            <a:off x="-4976" y="6449897"/>
            <a:ext cx="12201951" cy="409755"/>
          </a:xfrm>
          <a:prstGeom prst="rect">
            <a:avLst/>
          </a:prstGeom>
          <a:solidFill>
            <a:srgbClr val="002F36"/>
          </a:solidFill>
          <a:ln w="12700">
            <a:miter lim="400000"/>
          </a:ln>
        </p:spPr>
        <p:txBody>
          <a:bodyPr lIns="25400" tIns="25400" rIns="25400" bIns="25400" anchor="ctr"/>
          <a:lstStyle/>
          <a:p>
            <a:pPr defTabSz="412740">
              <a:defRPr sz="3200">
                <a:solidFill>
                  <a:srgbClr val="FFFFFF"/>
                </a:solidFill>
                <a:latin typeface="Helvetica Neue Medium"/>
                <a:ea typeface="Helvetica Neue Medium"/>
                <a:cs typeface="Helvetica Neue Medium"/>
                <a:sym typeface="Helvetica Neue Medium"/>
              </a:defRPr>
            </a:pPr>
            <a:endParaRPr sz="1600" dirty="0"/>
          </a:p>
        </p:txBody>
      </p:sp>
      <p:sp>
        <p:nvSpPr>
          <p:cNvPr id="16" name="TextBox 15">
            <a:extLst>
              <a:ext uri="{FF2B5EF4-FFF2-40B4-BE49-F238E27FC236}">
                <a16:creationId xmlns:a16="http://schemas.microsoft.com/office/drawing/2014/main" id="{EE643DB7-8882-0074-B7AE-277E1056AE2A}"/>
              </a:ext>
            </a:extLst>
          </p:cNvPr>
          <p:cNvSpPr txBox="1"/>
          <p:nvPr userDrawn="1"/>
        </p:nvSpPr>
        <p:spPr>
          <a:xfrm>
            <a:off x="11551921" y="6539251"/>
            <a:ext cx="323279"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r" defTabSz="1219139" rtl="0" fontAlgn="auto" latinLnBrk="0" hangingPunct="0">
              <a:lnSpc>
                <a:spcPct val="100000"/>
              </a:lnSpc>
              <a:spcBef>
                <a:spcPts val="0"/>
              </a:spcBef>
              <a:spcAft>
                <a:spcPts val="0"/>
              </a:spcAft>
              <a:buClrTx/>
              <a:buSzTx/>
              <a:buFontTx/>
              <a:buNone/>
              <a:tabLst/>
            </a:pPr>
            <a:fld id="{3CF6A4A8-0C97-7448-9D04-24BBE92EEE5F}" type="slidenum">
              <a:rPr kumimoji="0" lang="ru-RU" sz="1000" b="0" i="0" u="none" strike="noStrike" cap="none" spc="0" normalizeH="0" baseline="0" smtClean="0">
                <a:ln>
                  <a:noFill/>
                </a:ln>
                <a:solidFill>
                  <a:schemeClr val="bg1"/>
                </a:solidFill>
                <a:effectLst/>
                <a:uFillTx/>
                <a:latin typeface="Arial" panose="020B0604020202020204" pitchFamily="34" charset="0"/>
                <a:ea typeface="+mn-ea"/>
                <a:cs typeface="Arial" panose="020B0604020202020204" pitchFamily="34" charset="0"/>
                <a:sym typeface="Helvetica Neue"/>
              </a:rPr>
              <a:pPr marL="0" marR="0" indent="0" algn="r" defTabSz="1219139" rtl="0" fontAlgn="auto" latinLnBrk="0" hangingPunct="0">
                <a:lnSpc>
                  <a:spcPct val="100000"/>
                </a:lnSpc>
                <a:spcBef>
                  <a:spcPts val="0"/>
                </a:spcBef>
                <a:spcAft>
                  <a:spcPts val="0"/>
                </a:spcAft>
                <a:buClrTx/>
                <a:buSzTx/>
                <a:buFontTx/>
                <a:buNone/>
                <a:tabLst/>
              </a:pPr>
              <a:t>‹#›</a:t>
            </a:fld>
            <a:endParaRPr kumimoji="0" lang="ru-RU" sz="1000" b="0" i="0" u="none" strike="noStrike" cap="none" spc="0" normalizeH="0" baseline="0" dirty="0">
              <a:ln>
                <a:noFill/>
              </a:ln>
              <a:solidFill>
                <a:schemeClr val="bg1"/>
              </a:solidFill>
              <a:effectLst/>
              <a:uFillTx/>
              <a:latin typeface="Arial" panose="020B0604020202020204" pitchFamily="34" charset="0"/>
              <a:ea typeface="+mn-ea"/>
              <a:cs typeface="Arial" panose="020B0604020202020204" pitchFamily="34" charset="0"/>
              <a:sym typeface="Helvetica Neue"/>
            </a:endParaRPr>
          </a:p>
        </p:txBody>
      </p:sp>
      <p:pic>
        <p:nvPicPr>
          <p:cNvPr id="17" name="Рисунок 16">
            <a:extLst>
              <a:ext uri="{FF2B5EF4-FFF2-40B4-BE49-F238E27FC236}">
                <a16:creationId xmlns:a16="http://schemas.microsoft.com/office/drawing/2014/main" id="{F3EC83B5-8C62-50D2-F2C4-963C2F5886D3}"/>
              </a:ext>
            </a:extLst>
          </p:cNvPr>
          <p:cNvPicPr>
            <a:picLocks noChangeAspect="1"/>
          </p:cNvPicPr>
          <p:nvPr userDrawn="1"/>
        </p:nvPicPr>
        <p:blipFill>
          <a:blip>
            <a:alphaModFix amt="63000"/>
            <a:extLst>
              <a:ext uri="{96DAC541-7B7A-43D3-8B79-37D633B846F1}">
                <asvg:svgBlip xmlns:asvg="http://schemas.microsoft.com/office/drawing/2016/SVG/main" r:embed="rId2"/>
              </a:ext>
            </a:extLst>
          </a:blip>
          <a:stretch>
            <a:fillRect/>
          </a:stretch>
        </p:blipFill>
        <p:spPr>
          <a:xfrm>
            <a:off x="10013767" y="6518941"/>
            <a:ext cx="1449179" cy="265417"/>
          </a:xfrm>
          <a:prstGeom prst="rect">
            <a:avLst/>
          </a:prstGeom>
        </p:spPr>
      </p:pic>
      <p:pic>
        <p:nvPicPr>
          <p:cNvPr id="18" name="Рисунок 17">
            <a:extLst>
              <a:ext uri="{FF2B5EF4-FFF2-40B4-BE49-F238E27FC236}">
                <a16:creationId xmlns:a16="http://schemas.microsoft.com/office/drawing/2014/main" id="{D704B9C8-7509-5BAB-D116-4013D80FB538}"/>
              </a:ext>
            </a:extLst>
          </p:cNvPr>
          <p:cNvPicPr>
            <a:picLocks noChangeAspect="1"/>
          </p:cNvPicPr>
          <p:nvPr userDrawn="1"/>
        </p:nvPicPr>
        <p:blipFill>
          <a:blip>
            <a:extLst>
              <a:ext uri="{96DAC541-7B7A-43D3-8B79-37D633B846F1}">
                <asvg:svgBlip xmlns:asvg="http://schemas.microsoft.com/office/drawing/2016/SVG/main" r:embed="rId3"/>
              </a:ext>
            </a:extLst>
          </a:blip>
          <a:srcRect r="56481" b="-25761"/>
          <a:stretch>
            <a:fillRect/>
          </a:stretch>
        </p:blipFill>
        <p:spPr>
          <a:xfrm>
            <a:off x="349409" y="6581326"/>
            <a:ext cx="933615" cy="117924"/>
          </a:xfrm>
          <a:prstGeom prst="rect">
            <a:avLst/>
          </a:prstGeom>
        </p:spPr>
      </p:pic>
      <p:pic>
        <p:nvPicPr>
          <p:cNvPr id="19" name="Рисунок 18">
            <a:extLst>
              <a:ext uri="{FF2B5EF4-FFF2-40B4-BE49-F238E27FC236}">
                <a16:creationId xmlns:a16="http://schemas.microsoft.com/office/drawing/2014/main" id="{28A7A391-653E-32BB-6C57-D08FEE90FB6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335347" y="6584501"/>
            <a:ext cx="1231140" cy="92013"/>
          </a:xfrm>
          <a:prstGeom prst="rect">
            <a:avLst/>
          </a:prstGeom>
        </p:spPr>
      </p:pic>
      <p:sp>
        <p:nvSpPr>
          <p:cNvPr id="20" name="TextBox 19">
            <a:extLst>
              <a:ext uri="{FF2B5EF4-FFF2-40B4-BE49-F238E27FC236}">
                <a16:creationId xmlns:a16="http://schemas.microsoft.com/office/drawing/2014/main" id="{669616A3-96AD-966D-E22F-6DCEC8FD9882}"/>
              </a:ext>
            </a:extLst>
          </p:cNvPr>
          <p:cNvSpPr txBox="1"/>
          <p:nvPr userDrawn="1"/>
        </p:nvSpPr>
        <p:spPr>
          <a:xfrm>
            <a:off x="2899821" y="6538543"/>
            <a:ext cx="5455224"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100000"/>
              </a:lnSpc>
              <a:spcBef>
                <a:spcPts val="0"/>
              </a:spcBef>
              <a:spcAft>
                <a:spcPts val="0"/>
              </a:spcAft>
              <a:buClrTx/>
              <a:buSzTx/>
              <a:buFontTx/>
              <a:buNone/>
              <a:tabLst/>
            </a:pPr>
            <a:r>
              <a:rPr kumimoji="0" lang="ru-RU" sz="1000" b="0" i="0" u="none" strike="noStrike" cap="none" spc="0" normalizeH="0" baseline="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rPr>
              <a:t>НЕТВОРКИНГ–КОНФЕРЕНЦИЯ</a:t>
            </a:r>
            <a:endParaRPr kumimoji="0" lang="ru-RU" sz="1000" b="0" i="0" u="none" strike="noStrike" cap="none" spc="0" normalizeH="0" baseline="0" dirty="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endParaRPr>
          </a:p>
        </p:txBody>
      </p:sp>
      <p:pic>
        <p:nvPicPr>
          <p:cNvPr id="21" name="Рисунок 20">
            <a:extLst>
              <a:ext uri="{FF2B5EF4-FFF2-40B4-BE49-F238E27FC236}">
                <a16:creationId xmlns:a16="http://schemas.microsoft.com/office/drawing/2014/main" id="{BEB8747E-E9D3-FBB7-81D2-6DA4C0CC80E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83929" y="6563832"/>
            <a:ext cx="133350" cy="133350"/>
          </a:xfrm>
          <a:prstGeom prst="rect">
            <a:avLst/>
          </a:prstGeom>
        </p:spPr>
      </p:pic>
    </p:spTree>
    <p:extLst>
      <p:ext uri="{BB962C8B-B14F-4D97-AF65-F5344CB8AC3E}">
        <p14:creationId xmlns:p14="http://schemas.microsoft.com/office/powerpoint/2010/main" val="317646770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Заголовок копия 2">
    <p:bg>
      <p:bgPr>
        <a:gradFill>
          <a:gsLst>
            <a:gs pos="0">
              <a:srgbClr val="003E44"/>
            </a:gs>
            <a:gs pos="98000">
              <a:srgbClr val="040F1A"/>
            </a:gs>
          </a:gsLst>
          <a:lin ang="6600000" scaled="0"/>
        </a:gradFill>
        <a:effectLst/>
      </p:bgPr>
    </p:bg>
    <p:spTree>
      <p:nvGrpSpPr>
        <p:cNvPr id="1" name=""/>
        <p:cNvGrpSpPr/>
        <p:nvPr/>
      </p:nvGrpSpPr>
      <p:grpSpPr>
        <a:xfrm>
          <a:off x="0" y="0"/>
          <a:ext cx="0" cy="0"/>
          <a:chOff x="0" y="0"/>
          <a:chExt cx="0" cy="0"/>
        </a:xfrm>
      </p:grpSpPr>
      <p:sp>
        <p:nvSpPr>
          <p:cNvPr id="2" name="Google Shape;7;p2">
            <a:extLst>
              <a:ext uri="{FF2B5EF4-FFF2-40B4-BE49-F238E27FC236}">
                <a16:creationId xmlns:a16="http://schemas.microsoft.com/office/drawing/2014/main" id="{689D3332-032D-1110-B6A2-127F478C1197}"/>
              </a:ext>
            </a:extLst>
          </p:cNvPr>
          <p:cNvSpPr>
            <a:spLocks noGrp="1"/>
          </p:cNvSpPr>
          <p:nvPr>
            <p:ph type="pic" idx="2"/>
          </p:nvPr>
        </p:nvSpPr>
        <p:spPr>
          <a:xfrm>
            <a:off x="0" y="0"/>
            <a:ext cx="6454294" cy="6403724"/>
          </a:xfrm>
          <a:prstGeom prst="rect">
            <a:avLst/>
          </a:prstGeom>
          <a:solidFill>
            <a:srgbClr val="D8D8D8"/>
          </a:solidFill>
          <a:ln>
            <a:noFill/>
          </a:ln>
        </p:spPr>
      </p:sp>
      <p:sp>
        <p:nvSpPr>
          <p:cNvPr id="15" name="Прямоугольник">
            <a:extLst>
              <a:ext uri="{FF2B5EF4-FFF2-40B4-BE49-F238E27FC236}">
                <a16:creationId xmlns:a16="http://schemas.microsoft.com/office/drawing/2014/main" id="{285FA93D-9D30-7F5F-D120-9413F29AA524}"/>
              </a:ext>
            </a:extLst>
          </p:cNvPr>
          <p:cNvSpPr/>
          <p:nvPr userDrawn="1"/>
        </p:nvSpPr>
        <p:spPr>
          <a:xfrm>
            <a:off x="-4976" y="6449897"/>
            <a:ext cx="12201951" cy="409755"/>
          </a:xfrm>
          <a:prstGeom prst="rect">
            <a:avLst/>
          </a:prstGeom>
          <a:solidFill>
            <a:srgbClr val="002F36"/>
          </a:solidFill>
          <a:ln w="12700">
            <a:miter lim="400000"/>
          </a:ln>
        </p:spPr>
        <p:txBody>
          <a:bodyPr lIns="25400" tIns="25400" rIns="25400" bIns="25400" anchor="ctr"/>
          <a:lstStyle/>
          <a:p>
            <a:pPr defTabSz="412740">
              <a:defRPr sz="3200">
                <a:solidFill>
                  <a:srgbClr val="FFFFFF"/>
                </a:solidFill>
                <a:latin typeface="Helvetica Neue Medium"/>
                <a:ea typeface="Helvetica Neue Medium"/>
                <a:cs typeface="Helvetica Neue Medium"/>
                <a:sym typeface="Helvetica Neue Medium"/>
              </a:defRPr>
            </a:pPr>
            <a:endParaRPr sz="1600" dirty="0"/>
          </a:p>
        </p:txBody>
      </p:sp>
      <p:sp>
        <p:nvSpPr>
          <p:cNvPr id="16" name="TextBox 15">
            <a:extLst>
              <a:ext uri="{FF2B5EF4-FFF2-40B4-BE49-F238E27FC236}">
                <a16:creationId xmlns:a16="http://schemas.microsoft.com/office/drawing/2014/main" id="{C9C95188-813D-CB55-DA7A-61FA7B723126}"/>
              </a:ext>
            </a:extLst>
          </p:cNvPr>
          <p:cNvSpPr txBox="1"/>
          <p:nvPr userDrawn="1"/>
        </p:nvSpPr>
        <p:spPr>
          <a:xfrm>
            <a:off x="11551921" y="6539251"/>
            <a:ext cx="323279"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r" defTabSz="1219139" rtl="0" fontAlgn="auto" latinLnBrk="0" hangingPunct="0">
              <a:lnSpc>
                <a:spcPct val="100000"/>
              </a:lnSpc>
              <a:spcBef>
                <a:spcPts val="0"/>
              </a:spcBef>
              <a:spcAft>
                <a:spcPts val="0"/>
              </a:spcAft>
              <a:buClrTx/>
              <a:buSzTx/>
              <a:buFontTx/>
              <a:buNone/>
              <a:tabLst/>
            </a:pPr>
            <a:fld id="{3CF6A4A8-0C97-7448-9D04-24BBE92EEE5F}" type="slidenum">
              <a:rPr kumimoji="0" lang="ru-RU" sz="1000" b="0" i="0" u="none" strike="noStrike" cap="none" spc="0" normalizeH="0" baseline="0" smtClean="0">
                <a:ln>
                  <a:noFill/>
                </a:ln>
                <a:solidFill>
                  <a:schemeClr val="bg1"/>
                </a:solidFill>
                <a:effectLst/>
                <a:uFillTx/>
                <a:latin typeface="Arial" panose="020B0604020202020204" pitchFamily="34" charset="0"/>
                <a:ea typeface="+mn-ea"/>
                <a:cs typeface="Arial" panose="020B0604020202020204" pitchFamily="34" charset="0"/>
                <a:sym typeface="Helvetica Neue"/>
              </a:rPr>
              <a:pPr marL="0" marR="0" indent="0" algn="r" defTabSz="1219139" rtl="0" fontAlgn="auto" latinLnBrk="0" hangingPunct="0">
                <a:lnSpc>
                  <a:spcPct val="100000"/>
                </a:lnSpc>
                <a:spcBef>
                  <a:spcPts val="0"/>
                </a:spcBef>
                <a:spcAft>
                  <a:spcPts val="0"/>
                </a:spcAft>
                <a:buClrTx/>
                <a:buSzTx/>
                <a:buFontTx/>
                <a:buNone/>
                <a:tabLst/>
              </a:pPr>
              <a:t>‹#›</a:t>
            </a:fld>
            <a:endParaRPr kumimoji="0" lang="ru-RU" sz="1000" b="0" i="0" u="none" strike="noStrike" cap="none" spc="0" normalizeH="0" baseline="0" dirty="0">
              <a:ln>
                <a:noFill/>
              </a:ln>
              <a:solidFill>
                <a:schemeClr val="bg1"/>
              </a:solidFill>
              <a:effectLst/>
              <a:uFillTx/>
              <a:latin typeface="Arial" panose="020B0604020202020204" pitchFamily="34" charset="0"/>
              <a:ea typeface="+mn-ea"/>
              <a:cs typeface="Arial" panose="020B0604020202020204" pitchFamily="34" charset="0"/>
              <a:sym typeface="Helvetica Neue"/>
            </a:endParaRPr>
          </a:p>
        </p:txBody>
      </p:sp>
      <p:pic>
        <p:nvPicPr>
          <p:cNvPr id="17" name="Рисунок 16">
            <a:extLst>
              <a:ext uri="{FF2B5EF4-FFF2-40B4-BE49-F238E27FC236}">
                <a16:creationId xmlns:a16="http://schemas.microsoft.com/office/drawing/2014/main" id="{F71C9B1E-7F44-AF72-A9C3-DAA688A77418}"/>
              </a:ext>
            </a:extLst>
          </p:cNvPr>
          <p:cNvPicPr>
            <a:picLocks noChangeAspect="1"/>
          </p:cNvPicPr>
          <p:nvPr userDrawn="1"/>
        </p:nvPicPr>
        <p:blipFill>
          <a:blip>
            <a:alphaModFix amt="63000"/>
            <a:extLst>
              <a:ext uri="{96DAC541-7B7A-43D3-8B79-37D633B846F1}">
                <asvg:svgBlip xmlns:asvg="http://schemas.microsoft.com/office/drawing/2016/SVG/main" r:embed="rId2"/>
              </a:ext>
            </a:extLst>
          </a:blip>
          <a:stretch>
            <a:fillRect/>
          </a:stretch>
        </p:blipFill>
        <p:spPr>
          <a:xfrm>
            <a:off x="10013767" y="6518941"/>
            <a:ext cx="1449179" cy="265417"/>
          </a:xfrm>
          <a:prstGeom prst="rect">
            <a:avLst/>
          </a:prstGeom>
        </p:spPr>
      </p:pic>
      <p:pic>
        <p:nvPicPr>
          <p:cNvPr id="18" name="Рисунок 17">
            <a:extLst>
              <a:ext uri="{FF2B5EF4-FFF2-40B4-BE49-F238E27FC236}">
                <a16:creationId xmlns:a16="http://schemas.microsoft.com/office/drawing/2014/main" id="{D320C4CB-DB1F-D646-B477-37BB321CEEB8}"/>
              </a:ext>
            </a:extLst>
          </p:cNvPr>
          <p:cNvPicPr>
            <a:picLocks noChangeAspect="1"/>
          </p:cNvPicPr>
          <p:nvPr userDrawn="1"/>
        </p:nvPicPr>
        <p:blipFill>
          <a:blip>
            <a:extLst>
              <a:ext uri="{96DAC541-7B7A-43D3-8B79-37D633B846F1}">
                <asvg:svgBlip xmlns:asvg="http://schemas.microsoft.com/office/drawing/2016/SVG/main" r:embed="rId3"/>
              </a:ext>
            </a:extLst>
          </a:blip>
          <a:srcRect r="56481" b="-25761"/>
          <a:stretch>
            <a:fillRect/>
          </a:stretch>
        </p:blipFill>
        <p:spPr>
          <a:xfrm>
            <a:off x="349409" y="6581326"/>
            <a:ext cx="933615" cy="117924"/>
          </a:xfrm>
          <a:prstGeom prst="rect">
            <a:avLst/>
          </a:prstGeom>
        </p:spPr>
      </p:pic>
      <p:pic>
        <p:nvPicPr>
          <p:cNvPr id="19" name="Рисунок 18">
            <a:extLst>
              <a:ext uri="{FF2B5EF4-FFF2-40B4-BE49-F238E27FC236}">
                <a16:creationId xmlns:a16="http://schemas.microsoft.com/office/drawing/2014/main" id="{743D0162-6A3D-7CC6-1B1A-C2B8B736A73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335347" y="6584501"/>
            <a:ext cx="1231140" cy="92013"/>
          </a:xfrm>
          <a:prstGeom prst="rect">
            <a:avLst/>
          </a:prstGeom>
        </p:spPr>
      </p:pic>
      <p:sp>
        <p:nvSpPr>
          <p:cNvPr id="20" name="TextBox 19">
            <a:extLst>
              <a:ext uri="{FF2B5EF4-FFF2-40B4-BE49-F238E27FC236}">
                <a16:creationId xmlns:a16="http://schemas.microsoft.com/office/drawing/2014/main" id="{38DBC0A9-55BC-B9C6-0248-B42F4346101A}"/>
              </a:ext>
            </a:extLst>
          </p:cNvPr>
          <p:cNvSpPr txBox="1"/>
          <p:nvPr userDrawn="1"/>
        </p:nvSpPr>
        <p:spPr>
          <a:xfrm>
            <a:off x="2899821" y="6538543"/>
            <a:ext cx="5455224"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100000"/>
              </a:lnSpc>
              <a:spcBef>
                <a:spcPts val="0"/>
              </a:spcBef>
              <a:spcAft>
                <a:spcPts val="0"/>
              </a:spcAft>
              <a:buClrTx/>
              <a:buSzTx/>
              <a:buFontTx/>
              <a:buNone/>
              <a:tabLst/>
            </a:pPr>
            <a:r>
              <a:rPr kumimoji="0" lang="ru-RU" sz="1000" b="0" i="0" u="none" strike="noStrike" cap="none" spc="0" normalizeH="0" baseline="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rPr>
              <a:t>НЕТВОРКИНГ–КОНФЕРЕНЦИЯ</a:t>
            </a:r>
            <a:endParaRPr kumimoji="0" lang="ru-RU" sz="1000" b="0" i="0" u="none" strike="noStrike" cap="none" spc="0" normalizeH="0" baseline="0" dirty="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endParaRPr>
          </a:p>
        </p:txBody>
      </p:sp>
      <p:pic>
        <p:nvPicPr>
          <p:cNvPr id="21" name="Рисунок 20">
            <a:extLst>
              <a:ext uri="{FF2B5EF4-FFF2-40B4-BE49-F238E27FC236}">
                <a16:creationId xmlns:a16="http://schemas.microsoft.com/office/drawing/2014/main" id="{14520761-0FE9-9C64-6883-116107C0E12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83929" y="6563832"/>
            <a:ext cx="133350" cy="133350"/>
          </a:xfrm>
          <a:prstGeom prst="rect">
            <a:avLst/>
          </a:prstGeom>
        </p:spPr>
      </p:pic>
    </p:spTree>
    <p:extLst>
      <p:ext uri="{BB962C8B-B14F-4D97-AF65-F5344CB8AC3E}">
        <p14:creationId xmlns:p14="http://schemas.microsoft.com/office/powerpoint/2010/main" val="69645202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5_Заголовок копия 2">
    <p:bg>
      <p:bgPr>
        <a:gradFill>
          <a:gsLst>
            <a:gs pos="0">
              <a:srgbClr val="003E44"/>
            </a:gs>
            <a:gs pos="98000">
              <a:srgbClr val="040F1A"/>
            </a:gs>
          </a:gsLst>
          <a:lin ang="6600000" scaled="0"/>
        </a:gradFill>
        <a:effectLst/>
      </p:bgPr>
    </p:bg>
    <p:spTree>
      <p:nvGrpSpPr>
        <p:cNvPr id="1" name=""/>
        <p:cNvGrpSpPr/>
        <p:nvPr/>
      </p:nvGrpSpPr>
      <p:grpSpPr>
        <a:xfrm>
          <a:off x="0" y="0"/>
          <a:ext cx="0" cy="0"/>
          <a:chOff x="0" y="0"/>
          <a:chExt cx="0" cy="0"/>
        </a:xfrm>
      </p:grpSpPr>
      <p:sp>
        <p:nvSpPr>
          <p:cNvPr id="2" name="Google Shape;7;p2">
            <a:extLst>
              <a:ext uri="{FF2B5EF4-FFF2-40B4-BE49-F238E27FC236}">
                <a16:creationId xmlns:a16="http://schemas.microsoft.com/office/drawing/2014/main" id="{689D3332-032D-1110-B6A2-127F478C1197}"/>
              </a:ext>
            </a:extLst>
          </p:cNvPr>
          <p:cNvSpPr>
            <a:spLocks noGrp="1"/>
          </p:cNvSpPr>
          <p:nvPr>
            <p:ph type="pic" idx="2"/>
          </p:nvPr>
        </p:nvSpPr>
        <p:spPr>
          <a:xfrm>
            <a:off x="0" y="0"/>
            <a:ext cx="4190066" cy="6403724"/>
          </a:xfrm>
          <a:prstGeom prst="rect">
            <a:avLst/>
          </a:prstGeom>
          <a:solidFill>
            <a:srgbClr val="D8D8D8"/>
          </a:solidFill>
          <a:ln>
            <a:noFill/>
          </a:ln>
        </p:spPr>
      </p:sp>
      <p:sp>
        <p:nvSpPr>
          <p:cNvPr id="15" name="Прямоугольник">
            <a:extLst>
              <a:ext uri="{FF2B5EF4-FFF2-40B4-BE49-F238E27FC236}">
                <a16:creationId xmlns:a16="http://schemas.microsoft.com/office/drawing/2014/main" id="{705FE17C-7842-8987-B626-C69652D10A08}"/>
              </a:ext>
            </a:extLst>
          </p:cNvPr>
          <p:cNvSpPr/>
          <p:nvPr userDrawn="1"/>
        </p:nvSpPr>
        <p:spPr>
          <a:xfrm>
            <a:off x="-4976" y="6449897"/>
            <a:ext cx="12201951" cy="409755"/>
          </a:xfrm>
          <a:prstGeom prst="rect">
            <a:avLst/>
          </a:prstGeom>
          <a:solidFill>
            <a:srgbClr val="002F36"/>
          </a:solidFill>
          <a:ln w="12700">
            <a:miter lim="400000"/>
          </a:ln>
        </p:spPr>
        <p:txBody>
          <a:bodyPr lIns="25400" tIns="25400" rIns="25400" bIns="25400" anchor="ctr"/>
          <a:lstStyle/>
          <a:p>
            <a:pPr defTabSz="412740">
              <a:defRPr sz="3200">
                <a:solidFill>
                  <a:srgbClr val="FFFFFF"/>
                </a:solidFill>
                <a:latin typeface="Helvetica Neue Medium"/>
                <a:ea typeface="Helvetica Neue Medium"/>
                <a:cs typeface="Helvetica Neue Medium"/>
                <a:sym typeface="Helvetica Neue Medium"/>
              </a:defRPr>
            </a:pPr>
            <a:endParaRPr sz="1600" dirty="0"/>
          </a:p>
        </p:txBody>
      </p:sp>
      <p:sp>
        <p:nvSpPr>
          <p:cNvPr id="16" name="TextBox 15">
            <a:extLst>
              <a:ext uri="{FF2B5EF4-FFF2-40B4-BE49-F238E27FC236}">
                <a16:creationId xmlns:a16="http://schemas.microsoft.com/office/drawing/2014/main" id="{FEB98D18-CC26-5C6A-7CB0-6B0DCFCA813D}"/>
              </a:ext>
            </a:extLst>
          </p:cNvPr>
          <p:cNvSpPr txBox="1"/>
          <p:nvPr userDrawn="1"/>
        </p:nvSpPr>
        <p:spPr>
          <a:xfrm>
            <a:off x="11551921" y="6539251"/>
            <a:ext cx="323279"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r" defTabSz="1219139" rtl="0" fontAlgn="auto" latinLnBrk="0" hangingPunct="0">
              <a:lnSpc>
                <a:spcPct val="100000"/>
              </a:lnSpc>
              <a:spcBef>
                <a:spcPts val="0"/>
              </a:spcBef>
              <a:spcAft>
                <a:spcPts val="0"/>
              </a:spcAft>
              <a:buClrTx/>
              <a:buSzTx/>
              <a:buFontTx/>
              <a:buNone/>
              <a:tabLst/>
            </a:pPr>
            <a:fld id="{3CF6A4A8-0C97-7448-9D04-24BBE92EEE5F}" type="slidenum">
              <a:rPr kumimoji="0" lang="ru-RU" sz="1000" b="0" i="0" u="none" strike="noStrike" cap="none" spc="0" normalizeH="0" baseline="0" smtClean="0">
                <a:ln>
                  <a:noFill/>
                </a:ln>
                <a:solidFill>
                  <a:schemeClr val="bg1"/>
                </a:solidFill>
                <a:effectLst/>
                <a:uFillTx/>
                <a:latin typeface="Arial" panose="020B0604020202020204" pitchFamily="34" charset="0"/>
                <a:ea typeface="+mn-ea"/>
                <a:cs typeface="Arial" panose="020B0604020202020204" pitchFamily="34" charset="0"/>
                <a:sym typeface="Helvetica Neue"/>
              </a:rPr>
              <a:pPr marL="0" marR="0" indent="0" algn="r" defTabSz="1219139" rtl="0" fontAlgn="auto" latinLnBrk="0" hangingPunct="0">
                <a:lnSpc>
                  <a:spcPct val="100000"/>
                </a:lnSpc>
                <a:spcBef>
                  <a:spcPts val="0"/>
                </a:spcBef>
                <a:spcAft>
                  <a:spcPts val="0"/>
                </a:spcAft>
                <a:buClrTx/>
                <a:buSzTx/>
                <a:buFontTx/>
                <a:buNone/>
                <a:tabLst/>
              </a:pPr>
              <a:t>‹#›</a:t>
            </a:fld>
            <a:endParaRPr kumimoji="0" lang="ru-RU" sz="1000" b="0" i="0" u="none" strike="noStrike" cap="none" spc="0" normalizeH="0" baseline="0" dirty="0">
              <a:ln>
                <a:noFill/>
              </a:ln>
              <a:solidFill>
                <a:schemeClr val="bg1"/>
              </a:solidFill>
              <a:effectLst/>
              <a:uFillTx/>
              <a:latin typeface="Arial" panose="020B0604020202020204" pitchFamily="34" charset="0"/>
              <a:ea typeface="+mn-ea"/>
              <a:cs typeface="Arial" panose="020B0604020202020204" pitchFamily="34" charset="0"/>
              <a:sym typeface="Helvetica Neue"/>
            </a:endParaRPr>
          </a:p>
        </p:txBody>
      </p:sp>
      <p:pic>
        <p:nvPicPr>
          <p:cNvPr id="17" name="Рисунок 16">
            <a:extLst>
              <a:ext uri="{FF2B5EF4-FFF2-40B4-BE49-F238E27FC236}">
                <a16:creationId xmlns:a16="http://schemas.microsoft.com/office/drawing/2014/main" id="{2FCE06CC-BF4E-0A01-B5D0-416FC50A589D}"/>
              </a:ext>
            </a:extLst>
          </p:cNvPr>
          <p:cNvPicPr>
            <a:picLocks noChangeAspect="1"/>
          </p:cNvPicPr>
          <p:nvPr userDrawn="1"/>
        </p:nvPicPr>
        <p:blipFill>
          <a:blip>
            <a:alphaModFix amt="63000"/>
            <a:extLst>
              <a:ext uri="{96DAC541-7B7A-43D3-8B79-37D633B846F1}">
                <asvg:svgBlip xmlns:asvg="http://schemas.microsoft.com/office/drawing/2016/SVG/main" r:embed="rId2"/>
              </a:ext>
            </a:extLst>
          </a:blip>
          <a:stretch>
            <a:fillRect/>
          </a:stretch>
        </p:blipFill>
        <p:spPr>
          <a:xfrm>
            <a:off x="10013767" y="6518941"/>
            <a:ext cx="1449179" cy="265417"/>
          </a:xfrm>
          <a:prstGeom prst="rect">
            <a:avLst/>
          </a:prstGeom>
        </p:spPr>
      </p:pic>
      <p:pic>
        <p:nvPicPr>
          <p:cNvPr id="18" name="Рисунок 17">
            <a:extLst>
              <a:ext uri="{FF2B5EF4-FFF2-40B4-BE49-F238E27FC236}">
                <a16:creationId xmlns:a16="http://schemas.microsoft.com/office/drawing/2014/main" id="{DCEFDD43-D218-0F6E-5DCE-8F6B2770B8BC}"/>
              </a:ext>
            </a:extLst>
          </p:cNvPr>
          <p:cNvPicPr>
            <a:picLocks noChangeAspect="1"/>
          </p:cNvPicPr>
          <p:nvPr userDrawn="1"/>
        </p:nvPicPr>
        <p:blipFill>
          <a:blip>
            <a:extLst>
              <a:ext uri="{96DAC541-7B7A-43D3-8B79-37D633B846F1}">
                <asvg:svgBlip xmlns:asvg="http://schemas.microsoft.com/office/drawing/2016/SVG/main" r:embed="rId3"/>
              </a:ext>
            </a:extLst>
          </a:blip>
          <a:srcRect r="56481" b="-25761"/>
          <a:stretch>
            <a:fillRect/>
          </a:stretch>
        </p:blipFill>
        <p:spPr>
          <a:xfrm>
            <a:off x="349409" y="6581326"/>
            <a:ext cx="933615" cy="117924"/>
          </a:xfrm>
          <a:prstGeom prst="rect">
            <a:avLst/>
          </a:prstGeom>
        </p:spPr>
      </p:pic>
      <p:pic>
        <p:nvPicPr>
          <p:cNvPr id="19" name="Рисунок 18">
            <a:extLst>
              <a:ext uri="{FF2B5EF4-FFF2-40B4-BE49-F238E27FC236}">
                <a16:creationId xmlns:a16="http://schemas.microsoft.com/office/drawing/2014/main" id="{15CE79AB-4FB1-9225-D90A-F72C9AAEFFE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335347" y="6584501"/>
            <a:ext cx="1231140" cy="92013"/>
          </a:xfrm>
          <a:prstGeom prst="rect">
            <a:avLst/>
          </a:prstGeom>
        </p:spPr>
      </p:pic>
      <p:sp>
        <p:nvSpPr>
          <p:cNvPr id="20" name="TextBox 19">
            <a:extLst>
              <a:ext uri="{FF2B5EF4-FFF2-40B4-BE49-F238E27FC236}">
                <a16:creationId xmlns:a16="http://schemas.microsoft.com/office/drawing/2014/main" id="{626F2699-9BE2-4D63-3405-0B699E8124D5}"/>
              </a:ext>
            </a:extLst>
          </p:cNvPr>
          <p:cNvSpPr txBox="1"/>
          <p:nvPr userDrawn="1"/>
        </p:nvSpPr>
        <p:spPr>
          <a:xfrm>
            <a:off x="2899821" y="6538543"/>
            <a:ext cx="5455224"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100000"/>
              </a:lnSpc>
              <a:spcBef>
                <a:spcPts val="0"/>
              </a:spcBef>
              <a:spcAft>
                <a:spcPts val="0"/>
              </a:spcAft>
              <a:buClrTx/>
              <a:buSzTx/>
              <a:buFontTx/>
              <a:buNone/>
              <a:tabLst/>
            </a:pPr>
            <a:r>
              <a:rPr kumimoji="0" lang="ru-RU" sz="1000" b="0" i="0" u="none" strike="noStrike" cap="none" spc="0" normalizeH="0" baseline="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rPr>
              <a:t>НЕТВОРКИНГ–КОНФЕРЕНЦИЯ</a:t>
            </a:r>
            <a:endParaRPr kumimoji="0" lang="ru-RU" sz="1000" b="0" i="0" u="none" strike="noStrike" cap="none" spc="0" normalizeH="0" baseline="0" dirty="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endParaRPr>
          </a:p>
        </p:txBody>
      </p:sp>
      <p:pic>
        <p:nvPicPr>
          <p:cNvPr id="21" name="Рисунок 20">
            <a:extLst>
              <a:ext uri="{FF2B5EF4-FFF2-40B4-BE49-F238E27FC236}">
                <a16:creationId xmlns:a16="http://schemas.microsoft.com/office/drawing/2014/main" id="{1A19A6BA-9EDB-DA8D-7D0F-D55E2BB6267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83929" y="6563832"/>
            <a:ext cx="133350" cy="133350"/>
          </a:xfrm>
          <a:prstGeom prst="rect">
            <a:avLst/>
          </a:prstGeom>
        </p:spPr>
      </p:pic>
    </p:spTree>
    <p:extLst>
      <p:ext uri="{BB962C8B-B14F-4D97-AF65-F5344CB8AC3E}">
        <p14:creationId xmlns:p14="http://schemas.microsoft.com/office/powerpoint/2010/main" val="3440825082"/>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Заголовок копия 6">
    <p:bg>
      <p:bgPr>
        <a:gradFill>
          <a:gsLst>
            <a:gs pos="0">
              <a:srgbClr val="003E44"/>
            </a:gs>
            <a:gs pos="98000">
              <a:srgbClr val="040F1A"/>
            </a:gs>
          </a:gsLst>
          <a:lin ang="6600000" scaled="0"/>
        </a:gradFill>
        <a:effectLst/>
      </p:bgPr>
    </p:bg>
    <p:spTree>
      <p:nvGrpSpPr>
        <p:cNvPr id="1" name=""/>
        <p:cNvGrpSpPr/>
        <p:nvPr/>
      </p:nvGrpSpPr>
      <p:grpSpPr>
        <a:xfrm>
          <a:off x="0" y="0"/>
          <a:ext cx="0" cy="0"/>
          <a:chOff x="0" y="0"/>
          <a:chExt cx="0" cy="0"/>
        </a:xfrm>
      </p:grpSpPr>
      <p:sp>
        <p:nvSpPr>
          <p:cNvPr id="102" name="Изображение"/>
          <p:cNvSpPr>
            <a:spLocks noGrp="1"/>
          </p:cNvSpPr>
          <p:nvPr>
            <p:ph type="pic" idx="21"/>
          </p:nvPr>
        </p:nvSpPr>
        <p:spPr>
          <a:xfrm>
            <a:off x="0" y="1"/>
            <a:ext cx="12192000" cy="6449897"/>
          </a:xfrm>
          <a:prstGeom prst="rect">
            <a:avLst/>
          </a:prstGeom>
          <a:blipFill>
            <a:blip r:embed="rId2"/>
            <a:stretch>
              <a:fillRect/>
            </a:stretch>
          </a:blipFill>
        </p:spPr>
        <p:txBody>
          <a:bodyPr lIns="91439" tIns="45719" rIns="91439" bIns="45719" anchor="ctr">
            <a:noAutofit/>
          </a:bodyPr>
          <a:lstStyle>
            <a:lvl1pPr algn="ctr">
              <a:defRPr sz="1600">
                <a:solidFill>
                  <a:schemeClr val="bg1"/>
                </a:solidFill>
              </a:defRPr>
            </a:lvl1pPr>
          </a:lstStyle>
          <a:p>
            <a:endParaRPr dirty="0"/>
          </a:p>
        </p:txBody>
      </p:sp>
      <p:sp>
        <p:nvSpPr>
          <p:cNvPr id="14" name="Прямоугольник">
            <a:extLst>
              <a:ext uri="{FF2B5EF4-FFF2-40B4-BE49-F238E27FC236}">
                <a16:creationId xmlns:a16="http://schemas.microsoft.com/office/drawing/2014/main" id="{DE97B801-FDFD-1999-C024-D0CFF504B116}"/>
              </a:ext>
            </a:extLst>
          </p:cNvPr>
          <p:cNvSpPr/>
          <p:nvPr userDrawn="1"/>
        </p:nvSpPr>
        <p:spPr>
          <a:xfrm>
            <a:off x="-4976" y="6449897"/>
            <a:ext cx="12201951" cy="409755"/>
          </a:xfrm>
          <a:prstGeom prst="rect">
            <a:avLst/>
          </a:prstGeom>
          <a:solidFill>
            <a:srgbClr val="002F36"/>
          </a:solidFill>
          <a:ln w="12700">
            <a:miter lim="400000"/>
          </a:ln>
        </p:spPr>
        <p:txBody>
          <a:bodyPr lIns="25400" tIns="25400" rIns="25400" bIns="25400" anchor="ctr"/>
          <a:lstStyle/>
          <a:p>
            <a:pPr defTabSz="412740">
              <a:defRPr sz="3200">
                <a:solidFill>
                  <a:srgbClr val="FFFFFF"/>
                </a:solidFill>
                <a:latin typeface="Helvetica Neue Medium"/>
                <a:ea typeface="Helvetica Neue Medium"/>
                <a:cs typeface="Helvetica Neue Medium"/>
                <a:sym typeface="Helvetica Neue Medium"/>
              </a:defRPr>
            </a:pPr>
            <a:endParaRPr sz="1600" dirty="0"/>
          </a:p>
        </p:txBody>
      </p:sp>
      <p:sp>
        <p:nvSpPr>
          <p:cNvPr id="15" name="TextBox 14">
            <a:extLst>
              <a:ext uri="{FF2B5EF4-FFF2-40B4-BE49-F238E27FC236}">
                <a16:creationId xmlns:a16="http://schemas.microsoft.com/office/drawing/2014/main" id="{0946D09C-4FCF-4B8D-E22B-AA2362482A0D}"/>
              </a:ext>
            </a:extLst>
          </p:cNvPr>
          <p:cNvSpPr txBox="1"/>
          <p:nvPr userDrawn="1"/>
        </p:nvSpPr>
        <p:spPr>
          <a:xfrm>
            <a:off x="11551921" y="6539251"/>
            <a:ext cx="323279"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r" defTabSz="1219139" rtl="0" fontAlgn="auto" latinLnBrk="0" hangingPunct="0">
              <a:lnSpc>
                <a:spcPct val="100000"/>
              </a:lnSpc>
              <a:spcBef>
                <a:spcPts val="0"/>
              </a:spcBef>
              <a:spcAft>
                <a:spcPts val="0"/>
              </a:spcAft>
              <a:buClrTx/>
              <a:buSzTx/>
              <a:buFontTx/>
              <a:buNone/>
              <a:tabLst/>
            </a:pPr>
            <a:fld id="{3CF6A4A8-0C97-7448-9D04-24BBE92EEE5F}" type="slidenum">
              <a:rPr kumimoji="0" lang="ru-RU" sz="1000" b="0" i="0" u="none" strike="noStrike" cap="none" spc="0" normalizeH="0" baseline="0" smtClean="0">
                <a:ln>
                  <a:noFill/>
                </a:ln>
                <a:solidFill>
                  <a:schemeClr val="bg1"/>
                </a:solidFill>
                <a:effectLst/>
                <a:uFillTx/>
                <a:latin typeface="Arial" panose="020B0604020202020204" pitchFamily="34" charset="0"/>
                <a:ea typeface="+mn-ea"/>
                <a:cs typeface="Arial" panose="020B0604020202020204" pitchFamily="34" charset="0"/>
                <a:sym typeface="Helvetica Neue"/>
              </a:rPr>
              <a:pPr marL="0" marR="0" indent="0" algn="r" defTabSz="1219139" rtl="0" fontAlgn="auto" latinLnBrk="0" hangingPunct="0">
                <a:lnSpc>
                  <a:spcPct val="100000"/>
                </a:lnSpc>
                <a:spcBef>
                  <a:spcPts val="0"/>
                </a:spcBef>
                <a:spcAft>
                  <a:spcPts val="0"/>
                </a:spcAft>
                <a:buClrTx/>
                <a:buSzTx/>
                <a:buFontTx/>
                <a:buNone/>
                <a:tabLst/>
              </a:pPr>
              <a:t>‹#›</a:t>
            </a:fld>
            <a:endParaRPr kumimoji="0" lang="ru-RU" sz="1000" b="0" i="0" u="none" strike="noStrike" cap="none" spc="0" normalizeH="0" baseline="0" dirty="0">
              <a:ln>
                <a:noFill/>
              </a:ln>
              <a:solidFill>
                <a:schemeClr val="bg1"/>
              </a:solidFill>
              <a:effectLst/>
              <a:uFillTx/>
              <a:latin typeface="Arial" panose="020B0604020202020204" pitchFamily="34" charset="0"/>
              <a:ea typeface="+mn-ea"/>
              <a:cs typeface="Arial" panose="020B0604020202020204" pitchFamily="34" charset="0"/>
              <a:sym typeface="Helvetica Neue"/>
            </a:endParaRPr>
          </a:p>
        </p:txBody>
      </p:sp>
      <p:pic>
        <p:nvPicPr>
          <p:cNvPr id="16" name="Рисунок 15">
            <a:extLst>
              <a:ext uri="{FF2B5EF4-FFF2-40B4-BE49-F238E27FC236}">
                <a16:creationId xmlns:a16="http://schemas.microsoft.com/office/drawing/2014/main" id="{C4F3D8DC-D994-FC01-C6CF-89AC9A2C2FEF}"/>
              </a:ext>
            </a:extLst>
          </p:cNvPr>
          <p:cNvPicPr>
            <a:picLocks noChangeAspect="1"/>
          </p:cNvPicPr>
          <p:nvPr userDrawn="1"/>
        </p:nvPicPr>
        <p:blipFill>
          <a:blip>
            <a:alphaModFix amt="63000"/>
            <a:extLst>
              <a:ext uri="{96DAC541-7B7A-43D3-8B79-37D633B846F1}">
                <asvg:svgBlip xmlns:asvg="http://schemas.microsoft.com/office/drawing/2016/SVG/main" r:embed="rId3"/>
              </a:ext>
            </a:extLst>
          </a:blip>
          <a:stretch>
            <a:fillRect/>
          </a:stretch>
        </p:blipFill>
        <p:spPr>
          <a:xfrm>
            <a:off x="10013767" y="6518941"/>
            <a:ext cx="1449179" cy="265417"/>
          </a:xfrm>
          <a:prstGeom prst="rect">
            <a:avLst/>
          </a:prstGeom>
        </p:spPr>
      </p:pic>
      <p:pic>
        <p:nvPicPr>
          <p:cNvPr id="17" name="Рисунок 16">
            <a:extLst>
              <a:ext uri="{FF2B5EF4-FFF2-40B4-BE49-F238E27FC236}">
                <a16:creationId xmlns:a16="http://schemas.microsoft.com/office/drawing/2014/main" id="{8A026166-6DC1-945E-BF99-6A12A8BF16F6}"/>
              </a:ext>
            </a:extLst>
          </p:cNvPr>
          <p:cNvPicPr>
            <a:picLocks noChangeAspect="1"/>
          </p:cNvPicPr>
          <p:nvPr userDrawn="1"/>
        </p:nvPicPr>
        <p:blipFill>
          <a:blip>
            <a:extLst>
              <a:ext uri="{96DAC541-7B7A-43D3-8B79-37D633B846F1}">
                <asvg:svgBlip xmlns:asvg="http://schemas.microsoft.com/office/drawing/2016/SVG/main" r:embed="rId4"/>
              </a:ext>
            </a:extLst>
          </a:blip>
          <a:srcRect r="56481" b="-25761"/>
          <a:stretch>
            <a:fillRect/>
          </a:stretch>
        </p:blipFill>
        <p:spPr>
          <a:xfrm>
            <a:off x="349409" y="6581326"/>
            <a:ext cx="933615" cy="117924"/>
          </a:xfrm>
          <a:prstGeom prst="rect">
            <a:avLst/>
          </a:prstGeom>
        </p:spPr>
      </p:pic>
      <p:pic>
        <p:nvPicPr>
          <p:cNvPr id="18" name="Рисунок 17">
            <a:extLst>
              <a:ext uri="{FF2B5EF4-FFF2-40B4-BE49-F238E27FC236}">
                <a16:creationId xmlns:a16="http://schemas.microsoft.com/office/drawing/2014/main" id="{4DAF67C8-963E-6273-F2F0-42C82848E3A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335347" y="6584501"/>
            <a:ext cx="1231140" cy="92013"/>
          </a:xfrm>
          <a:prstGeom prst="rect">
            <a:avLst/>
          </a:prstGeom>
        </p:spPr>
      </p:pic>
      <p:sp>
        <p:nvSpPr>
          <p:cNvPr id="19" name="TextBox 18">
            <a:extLst>
              <a:ext uri="{FF2B5EF4-FFF2-40B4-BE49-F238E27FC236}">
                <a16:creationId xmlns:a16="http://schemas.microsoft.com/office/drawing/2014/main" id="{7C91138B-987F-94DA-E053-ACD00D6643C7}"/>
              </a:ext>
            </a:extLst>
          </p:cNvPr>
          <p:cNvSpPr txBox="1"/>
          <p:nvPr userDrawn="1"/>
        </p:nvSpPr>
        <p:spPr>
          <a:xfrm>
            <a:off x="2899821" y="6538543"/>
            <a:ext cx="5455224"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100000"/>
              </a:lnSpc>
              <a:spcBef>
                <a:spcPts val="0"/>
              </a:spcBef>
              <a:spcAft>
                <a:spcPts val="0"/>
              </a:spcAft>
              <a:buClrTx/>
              <a:buSzTx/>
              <a:buFontTx/>
              <a:buNone/>
              <a:tabLst/>
            </a:pPr>
            <a:r>
              <a:rPr kumimoji="0" lang="ru-RU" sz="1000" b="0" i="0" u="none" strike="noStrike" cap="none" spc="0" normalizeH="0" baseline="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rPr>
              <a:t>НЕТВОРКИНГ–КОНФЕРЕНЦИЯ</a:t>
            </a:r>
            <a:endParaRPr kumimoji="0" lang="ru-RU" sz="1000" b="0" i="0" u="none" strike="noStrike" cap="none" spc="0" normalizeH="0" baseline="0" dirty="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endParaRPr>
          </a:p>
        </p:txBody>
      </p:sp>
      <p:pic>
        <p:nvPicPr>
          <p:cNvPr id="20" name="Рисунок 19">
            <a:extLst>
              <a:ext uri="{FF2B5EF4-FFF2-40B4-BE49-F238E27FC236}">
                <a16:creationId xmlns:a16="http://schemas.microsoft.com/office/drawing/2014/main" id="{89A75041-F0A0-B4F2-B132-F91BEC7DE20C}"/>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683929" y="6563832"/>
            <a:ext cx="133350" cy="133350"/>
          </a:xfrm>
          <a:prstGeom prst="rect">
            <a:avLst/>
          </a:prstGeom>
        </p:spPr>
      </p:pic>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Заголовок копия 3">
    <p:bg>
      <p:bgPr>
        <a:gradFill>
          <a:gsLst>
            <a:gs pos="0">
              <a:srgbClr val="003E44"/>
            </a:gs>
            <a:gs pos="98000">
              <a:srgbClr val="040F1A"/>
            </a:gs>
          </a:gsLst>
          <a:lin ang="6600000" scaled="0"/>
        </a:gradFill>
        <a:effectLst/>
      </p:bgPr>
    </p:bg>
    <p:spTree>
      <p:nvGrpSpPr>
        <p:cNvPr id="1" name=""/>
        <p:cNvGrpSpPr/>
        <p:nvPr/>
      </p:nvGrpSpPr>
      <p:grpSpPr>
        <a:xfrm>
          <a:off x="0" y="0"/>
          <a:ext cx="0" cy="0"/>
          <a:chOff x="0" y="0"/>
          <a:chExt cx="0" cy="0"/>
        </a:xfrm>
      </p:grpSpPr>
      <p:sp>
        <p:nvSpPr>
          <p:cNvPr id="86" name="Вставьте ваш текст. Вставьте ваш текст. Вставьте ваш текст. Вставьте ваш текст. Вставьте ваш текст."/>
          <p:cNvSpPr txBox="1">
            <a:spLocks noGrp="1"/>
          </p:cNvSpPr>
          <p:nvPr>
            <p:ph type="body" sz="quarter" idx="21" hasCustomPrompt="1"/>
          </p:nvPr>
        </p:nvSpPr>
        <p:spPr>
          <a:xfrm>
            <a:off x="321657" y="5376896"/>
            <a:ext cx="3649331" cy="810030"/>
          </a:xfrm>
          <a:prstGeom prst="rect">
            <a:avLst/>
          </a:prstGeom>
        </p:spPr>
        <p:txBody>
          <a:bodyPr wrap="square">
            <a:spAutoFit/>
          </a:bodyPr>
          <a:lstStyle>
            <a:lvl1pPr defTabSz="1219139">
              <a:lnSpc>
                <a:spcPct val="110000"/>
              </a:lnSpc>
              <a:defRPr sz="1451" b="0">
                <a:solidFill>
                  <a:srgbClr val="FFFFFF"/>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t>Вставьте ваш текст. Вставьте ваш текст. Вставьте ваш текст. Вставьте ваш текст. Вставьте ваш текст. </a:t>
            </a:r>
          </a:p>
        </p:txBody>
      </p:sp>
      <p:sp>
        <p:nvSpPr>
          <p:cNvPr id="87" name="Изображение"/>
          <p:cNvSpPr>
            <a:spLocks noGrp="1"/>
          </p:cNvSpPr>
          <p:nvPr>
            <p:ph type="pic" sz="half" idx="22"/>
          </p:nvPr>
        </p:nvSpPr>
        <p:spPr>
          <a:xfrm>
            <a:off x="340915" y="1609077"/>
            <a:ext cx="3629802" cy="3588115"/>
          </a:xfrm>
          <a:prstGeom prst="rect">
            <a:avLst/>
          </a:prstGeom>
          <a:blipFill>
            <a:blip r:embed="rId2"/>
            <a:stretch>
              <a:fillRect/>
            </a:stretch>
          </a:blipFill>
        </p:spPr>
        <p:txBody>
          <a:bodyPr lIns="91439" tIns="45719" rIns="91439" bIns="45719" anchor="ctr">
            <a:noAutofit/>
          </a:bodyPr>
          <a:lstStyle>
            <a:lvl1pPr algn="ctr">
              <a:defRPr sz="1400">
                <a:solidFill>
                  <a:schemeClr val="bg1"/>
                </a:solidFill>
              </a:defRPr>
            </a:lvl1pPr>
          </a:lstStyle>
          <a:p>
            <a:endParaRPr dirty="0"/>
          </a:p>
        </p:txBody>
      </p:sp>
      <p:sp>
        <p:nvSpPr>
          <p:cNvPr id="88" name="Вставьте ваш текст. Вставьте ваш текст. Вставьте ваш текст. Вставьте ваш текст. Вставьте ваш текст."/>
          <p:cNvSpPr txBox="1">
            <a:spLocks noGrp="1"/>
          </p:cNvSpPr>
          <p:nvPr>
            <p:ph type="body" sz="quarter" idx="23" hasCustomPrompt="1"/>
          </p:nvPr>
        </p:nvSpPr>
        <p:spPr>
          <a:xfrm>
            <a:off x="4231704" y="5376896"/>
            <a:ext cx="3659840" cy="810030"/>
          </a:xfrm>
          <a:prstGeom prst="rect">
            <a:avLst/>
          </a:prstGeom>
        </p:spPr>
        <p:txBody>
          <a:bodyPr wrap="square">
            <a:spAutoFit/>
          </a:bodyPr>
          <a:lstStyle>
            <a:lvl1pPr defTabSz="1219139">
              <a:lnSpc>
                <a:spcPct val="110000"/>
              </a:lnSpc>
              <a:defRPr sz="1451" b="0">
                <a:solidFill>
                  <a:srgbClr val="FFFFFF"/>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rPr dirty="0" err="1"/>
              <a:t>Вставьте</a:t>
            </a:r>
            <a:r>
              <a:rPr dirty="0"/>
              <a:t> </a:t>
            </a:r>
            <a:r>
              <a:rPr dirty="0" err="1"/>
              <a:t>ваш</a:t>
            </a:r>
            <a:r>
              <a:rPr dirty="0"/>
              <a:t> </a:t>
            </a:r>
            <a:r>
              <a:rPr dirty="0" err="1"/>
              <a:t>текст</a:t>
            </a:r>
            <a:r>
              <a:rPr dirty="0"/>
              <a:t>. </a:t>
            </a:r>
            <a:r>
              <a:rPr dirty="0" err="1"/>
              <a:t>Вставьте</a:t>
            </a:r>
            <a:r>
              <a:rPr dirty="0"/>
              <a:t> </a:t>
            </a:r>
            <a:r>
              <a:rPr dirty="0" err="1"/>
              <a:t>ваш</a:t>
            </a:r>
            <a:r>
              <a:rPr dirty="0"/>
              <a:t> </a:t>
            </a:r>
            <a:r>
              <a:rPr dirty="0" err="1"/>
              <a:t>текст</a:t>
            </a:r>
            <a:r>
              <a:rPr dirty="0"/>
              <a:t>. </a:t>
            </a:r>
            <a:r>
              <a:rPr dirty="0" err="1"/>
              <a:t>Вставьте</a:t>
            </a:r>
            <a:r>
              <a:rPr dirty="0"/>
              <a:t> </a:t>
            </a:r>
            <a:r>
              <a:rPr dirty="0" err="1"/>
              <a:t>ваш</a:t>
            </a:r>
            <a:r>
              <a:rPr dirty="0"/>
              <a:t> </a:t>
            </a:r>
            <a:r>
              <a:rPr dirty="0" err="1"/>
              <a:t>текст</a:t>
            </a:r>
            <a:r>
              <a:rPr dirty="0"/>
              <a:t>. </a:t>
            </a:r>
            <a:r>
              <a:rPr dirty="0" err="1"/>
              <a:t>Вставьте</a:t>
            </a:r>
            <a:r>
              <a:rPr dirty="0"/>
              <a:t> </a:t>
            </a:r>
            <a:r>
              <a:rPr dirty="0" err="1"/>
              <a:t>ваш</a:t>
            </a:r>
            <a:r>
              <a:rPr dirty="0"/>
              <a:t> </a:t>
            </a:r>
            <a:r>
              <a:rPr dirty="0" err="1"/>
              <a:t>текст</a:t>
            </a:r>
            <a:r>
              <a:rPr dirty="0"/>
              <a:t>. </a:t>
            </a:r>
            <a:r>
              <a:rPr dirty="0" err="1"/>
              <a:t>Вставьте</a:t>
            </a:r>
            <a:r>
              <a:rPr dirty="0"/>
              <a:t> </a:t>
            </a:r>
            <a:r>
              <a:rPr dirty="0" err="1"/>
              <a:t>ваш</a:t>
            </a:r>
            <a:r>
              <a:rPr dirty="0"/>
              <a:t> </a:t>
            </a:r>
            <a:r>
              <a:rPr dirty="0" err="1"/>
              <a:t>текст</a:t>
            </a:r>
            <a:r>
              <a:rPr dirty="0"/>
              <a:t>. </a:t>
            </a:r>
          </a:p>
        </p:txBody>
      </p:sp>
      <p:sp>
        <p:nvSpPr>
          <p:cNvPr id="89" name="Изображение"/>
          <p:cNvSpPr>
            <a:spLocks noGrp="1"/>
          </p:cNvSpPr>
          <p:nvPr>
            <p:ph type="pic" sz="half" idx="24"/>
          </p:nvPr>
        </p:nvSpPr>
        <p:spPr>
          <a:xfrm>
            <a:off x="8225869" y="1609077"/>
            <a:ext cx="3629802" cy="3588115"/>
          </a:xfrm>
          <a:prstGeom prst="rect">
            <a:avLst/>
          </a:prstGeom>
          <a:blipFill>
            <a:blip r:embed="rId3"/>
            <a:stretch>
              <a:fillRect/>
            </a:stretch>
          </a:blipFill>
        </p:spPr>
        <p:txBody>
          <a:bodyPr lIns="91439" tIns="45719" rIns="91439" bIns="45719" anchor="ctr">
            <a:noAutofit/>
          </a:bodyPr>
          <a:lstStyle>
            <a:lvl1pPr algn="ctr">
              <a:defRPr sz="1400">
                <a:solidFill>
                  <a:schemeClr val="bg1"/>
                </a:solidFill>
              </a:defRPr>
            </a:lvl1pPr>
          </a:lstStyle>
          <a:p>
            <a:endParaRPr dirty="0"/>
          </a:p>
        </p:txBody>
      </p:sp>
      <p:sp>
        <p:nvSpPr>
          <p:cNvPr id="90" name="Изображение"/>
          <p:cNvSpPr>
            <a:spLocks noGrp="1"/>
          </p:cNvSpPr>
          <p:nvPr>
            <p:ph type="pic" sz="half" idx="25"/>
          </p:nvPr>
        </p:nvSpPr>
        <p:spPr>
          <a:xfrm>
            <a:off x="4261326" y="1609077"/>
            <a:ext cx="3629802" cy="3588115"/>
          </a:xfrm>
          <a:prstGeom prst="rect">
            <a:avLst/>
          </a:prstGeom>
          <a:blipFill>
            <a:blip r:embed="rId4"/>
            <a:stretch>
              <a:fillRect/>
            </a:stretch>
          </a:blipFill>
        </p:spPr>
        <p:txBody>
          <a:bodyPr lIns="91439" tIns="45719" rIns="91439" bIns="45719" anchor="ctr">
            <a:noAutofit/>
          </a:bodyPr>
          <a:lstStyle>
            <a:lvl1pPr algn="ctr">
              <a:defRPr sz="1400">
                <a:solidFill>
                  <a:schemeClr val="bg1"/>
                </a:solidFill>
              </a:defRPr>
            </a:lvl1pPr>
          </a:lstStyle>
          <a:p>
            <a:endParaRPr dirty="0"/>
          </a:p>
        </p:txBody>
      </p:sp>
      <p:sp>
        <p:nvSpPr>
          <p:cNvPr id="91" name="Вставьте ваш текст. Вставьте ваш текст. Вставьте ваш текст. Вставьте ваш текст. Вставьте ваш текст."/>
          <p:cNvSpPr txBox="1">
            <a:spLocks noGrp="1"/>
          </p:cNvSpPr>
          <p:nvPr>
            <p:ph type="body" sz="quarter" idx="26" hasCustomPrompt="1"/>
          </p:nvPr>
        </p:nvSpPr>
        <p:spPr>
          <a:xfrm>
            <a:off x="8203910" y="5376896"/>
            <a:ext cx="3649332" cy="810030"/>
          </a:xfrm>
          <a:prstGeom prst="rect">
            <a:avLst/>
          </a:prstGeom>
        </p:spPr>
        <p:txBody>
          <a:bodyPr wrap="square">
            <a:spAutoFit/>
          </a:bodyPr>
          <a:lstStyle>
            <a:lvl1pPr defTabSz="1219139">
              <a:lnSpc>
                <a:spcPct val="110000"/>
              </a:lnSpc>
              <a:defRPr sz="1451" b="0">
                <a:solidFill>
                  <a:srgbClr val="FFFFFF"/>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rPr dirty="0" err="1"/>
              <a:t>Вставьте</a:t>
            </a:r>
            <a:r>
              <a:rPr dirty="0"/>
              <a:t> </a:t>
            </a:r>
            <a:r>
              <a:rPr dirty="0" err="1"/>
              <a:t>ваш</a:t>
            </a:r>
            <a:r>
              <a:rPr dirty="0"/>
              <a:t> </a:t>
            </a:r>
            <a:r>
              <a:rPr dirty="0" err="1"/>
              <a:t>текст</a:t>
            </a:r>
            <a:r>
              <a:rPr dirty="0"/>
              <a:t>. </a:t>
            </a:r>
            <a:r>
              <a:rPr dirty="0" err="1"/>
              <a:t>Вставьте</a:t>
            </a:r>
            <a:r>
              <a:rPr dirty="0"/>
              <a:t> </a:t>
            </a:r>
            <a:r>
              <a:rPr dirty="0" err="1"/>
              <a:t>ваш</a:t>
            </a:r>
            <a:r>
              <a:rPr dirty="0"/>
              <a:t> </a:t>
            </a:r>
            <a:r>
              <a:rPr dirty="0" err="1"/>
              <a:t>текст</a:t>
            </a:r>
            <a:r>
              <a:rPr dirty="0"/>
              <a:t>. </a:t>
            </a:r>
            <a:r>
              <a:rPr dirty="0" err="1"/>
              <a:t>Вставьте</a:t>
            </a:r>
            <a:r>
              <a:rPr dirty="0"/>
              <a:t> </a:t>
            </a:r>
            <a:r>
              <a:rPr dirty="0" err="1"/>
              <a:t>ваш</a:t>
            </a:r>
            <a:r>
              <a:rPr dirty="0"/>
              <a:t> </a:t>
            </a:r>
            <a:r>
              <a:rPr dirty="0" err="1"/>
              <a:t>текст</a:t>
            </a:r>
            <a:r>
              <a:rPr dirty="0"/>
              <a:t>. </a:t>
            </a:r>
            <a:r>
              <a:rPr dirty="0" err="1"/>
              <a:t>Вставьте</a:t>
            </a:r>
            <a:r>
              <a:rPr dirty="0"/>
              <a:t> </a:t>
            </a:r>
            <a:r>
              <a:rPr dirty="0" err="1"/>
              <a:t>ваш</a:t>
            </a:r>
            <a:r>
              <a:rPr dirty="0"/>
              <a:t> </a:t>
            </a:r>
            <a:r>
              <a:rPr dirty="0" err="1"/>
              <a:t>текст</a:t>
            </a:r>
            <a:r>
              <a:rPr dirty="0"/>
              <a:t>. </a:t>
            </a:r>
            <a:r>
              <a:rPr dirty="0" err="1"/>
              <a:t>Вставьте</a:t>
            </a:r>
            <a:r>
              <a:rPr dirty="0"/>
              <a:t> </a:t>
            </a:r>
            <a:r>
              <a:rPr dirty="0" err="1"/>
              <a:t>ваш</a:t>
            </a:r>
            <a:r>
              <a:rPr dirty="0"/>
              <a:t> </a:t>
            </a:r>
            <a:r>
              <a:rPr dirty="0" err="1"/>
              <a:t>текст</a:t>
            </a:r>
            <a:r>
              <a:rPr dirty="0"/>
              <a:t>. </a:t>
            </a:r>
          </a:p>
        </p:txBody>
      </p:sp>
      <p:sp>
        <p:nvSpPr>
          <p:cNvPr id="14" name="Прямоугольник">
            <a:extLst>
              <a:ext uri="{FF2B5EF4-FFF2-40B4-BE49-F238E27FC236}">
                <a16:creationId xmlns:a16="http://schemas.microsoft.com/office/drawing/2014/main" id="{C2216AD3-53D6-9569-75DC-07971F12CE06}"/>
              </a:ext>
            </a:extLst>
          </p:cNvPr>
          <p:cNvSpPr/>
          <p:nvPr userDrawn="1"/>
        </p:nvSpPr>
        <p:spPr>
          <a:xfrm>
            <a:off x="-4976" y="6449897"/>
            <a:ext cx="12201951" cy="409755"/>
          </a:xfrm>
          <a:prstGeom prst="rect">
            <a:avLst/>
          </a:prstGeom>
          <a:solidFill>
            <a:srgbClr val="002F36"/>
          </a:solidFill>
          <a:ln w="12700">
            <a:miter lim="400000"/>
          </a:ln>
        </p:spPr>
        <p:txBody>
          <a:bodyPr lIns="25400" tIns="25400" rIns="25400" bIns="25400" anchor="ctr"/>
          <a:lstStyle/>
          <a:p>
            <a:pPr defTabSz="412740">
              <a:defRPr sz="3200">
                <a:solidFill>
                  <a:srgbClr val="FFFFFF"/>
                </a:solidFill>
                <a:latin typeface="Helvetica Neue Medium"/>
                <a:ea typeface="Helvetica Neue Medium"/>
                <a:cs typeface="Helvetica Neue Medium"/>
                <a:sym typeface="Helvetica Neue Medium"/>
              </a:defRPr>
            </a:pPr>
            <a:endParaRPr sz="1600" dirty="0"/>
          </a:p>
        </p:txBody>
      </p:sp>
      <p:sp>
        <p:nvSpPr>
          <p:cNvPr id="15" name="TextBox 14">
            <a:extLst>
              <a:ext uri="{FF2B5EF4-FFF2-40B4-BE49-F238E27FC236}">
                <a16:creationId xmlns:a16="http://schemas.microsoft.com/office/drawing/2014/main" id="{732ECBD8-9E74-E188-DBBE-5D6F9BA970E8}"/>
              </a:ext>
            </a:extLst>
          </p:cNvPr>
          <p:cNvSpPr txBox="1"/>
          <p:nvPr userDrawn="1"/>
        </p:nvSpPr>
        <p:spPr>
          <a:xfrm>
            <a:off x="11551921" y="6539251"/>
            <a:ext cx="323279"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r" defTabSz="1219139" rtl="0" fontAlgn="auto" latinLnBrk="0" hangingPunct="0">
              <a:lnSpc>
                <a:spcPct val="100000"/>
              </a:lnSpc>
              <a:spcBef>
                <a:spcPts val="0"/>
              </a:spcBef>
              <a:spcAft>
                <a:spcPts val="0"/>
              </a:spcAft>
              <a:buClrTx/>
              <a:buSzTx/>
              <a:buFontTx/>
              <a:buNone/>
              <a:tabLst/>
            </a:pPr>
            <a:fld id="{3CF6A4A8-0C97-7448-9D04-24BBE92EEE5F}" type="slidenum">
              <a:rPr kumimoji="0" lang="ru-RU" sz="1000" b="0" i="0" u="none" strike="noStrike" cap="none" spc="0" normalizeH="0" baseline="0" smtClean="0">
                <a:ln>
                  <a:noFill/>
                </a:ln>
                <a:solidFill>
                  <a:schemeClr val="bg1"/>
                </a:solidFill>
                <a:effectLst/>
                <a:uFillTx/>
                <a:latin typeface="Arial" panose="020B0604020202020204" pitchFamily="34" charset="0"/>
                <a:ea typeface="+mn-ea"/>
                <a:cs typeface="Arial" panose="020B0604020202020204" pitchFamily="34" charset="0"/>
                <a:sym typeface="Helvetica Neue"/>
              </a:rPr>
              <a:pPr marL="0" marR="0" indent="0" algn="r" defTabSz="1219139" rtl="0" fontAlgn="auto" latinLnBrk="0" hangingPunct="0">
                <a:lnSpc>
                  <a:spcPct val="100000"/>
                </a:lnSpc>
                <a:spcBef>
                  <a:spcPts val="0"/>
                </a:spcBef>
                <a:spcAft>
                  <a:spcPts val="0"/>
                </a:spcAft>
                <a:buClrTx/>
                <a:buSzTx/>
                <a:buFontTx/>
                <a:buNone/>
                <a:tabLst/>
              </a:pPr>
              <a:t>‹#›</a:t>
            </a:fld>
            <a:endParaRPr kumimoji="0" lang="ru-RU" sz="1000" b="0" i="0" u="none" strike="noStrike" cap="none" spc="0" normalizeH="0" baseline="0" dirty="0">
              <a:ln>
                <a:noFill/>
              </a:ln>
              <a:solidFill>
                <a:schemeClr val="bg1"/>
              </a:solidFill>
              <a:effectLst/>
              <a:uFillTx/>
              <a:latin typeface="Arial" panose="020B0604020202020204" pitchFamily="34" charset="0"/>
              <a:ea typeface="+mn-ea"/>
              <a:cs typeface="Arial" panose="020B0604020202020204" pitchFamily="34" charset="0"/>
              <a:sym typeface="Helvetica Neue"/>
            </a:endParaRPr>
          </a:p>
        </p:txBody>
      </p:sp>
      <p:pic>
        <p:nvPicPr>
          <p:cNvPr id="16" name="Рисунок 15">
            <a:extLst>
              <a:ext uri="{FF2B5EF4-FFF2-40B4-BE49-F238E27FC236}">
                <a16:creationId xmlns:a16="http://schemas.microsoft.com/office/drawing/2014/main" id="{1CC71917-FE40-F654-C8F0-ED1887DA84B1}"/>
              </a:ext>
            </a:extLst>
          </p:cNvPr>
          <p:cNvPicPr>
            <a:picLocks noChangeAspect="1"/>
          </p:cNvPicPr>
          <p:nvPr userDrawn="1"/>
        </p:nvPicPr>
        <p:blipFill>
          <a:blip>
            <a:alphaModFix amt="63000"/>
            <a:extLst>
              <a:ext uri="{96DAC541-7B7A-43D3-8B79-37D633B846F1}">
                <asvg:svgBlip xmlns:asvg="http://schemas.microsoft.com/office/drawing/2016/SVG/main" r:embed="rId5"/>
              </a:ext>
            </a:extLst>
          </a:blip>
          <a:stretch>
            <a:fillRect/>
          </a:stretch>
        </p:blipFill>
        <p:spPr>
          <a:xfrm>
            <a:off x="10013767" y="6518941"/>
            <a:ext cx="1449179" cy="265417"/>
          </a:xfrm>
          <a:prstGeom prst="rect">
            <a:avLst/>
          </a:prstGeom>
        </p:spPr>
      </p:pic>
      <p:pic>
        <p:nvPicPr>
          <p:cNvPr id="17" name="Рисунок 16">
            <a:extLst>
              <a:ext uri="{FF2B5EF4-FFF2-40B4-BE49-F238E27FC236}">
                <a16:creationId xmlns:a16="http://schemas.microsoft.com/office/drawing/2014/main" id="{2B3DE777-F51F-7D64-233C-11C41B513589}"/>
              </a:ext>
            </a:extLst>
          </p:cNvPr>
          <p:cNvPicPr>
            <a:picLocks noChangeAspect="1"/>
          </p:cNvPicPr>
          <p:nvPr userDrawn="1"/>
        </p:nvPicPr>
        <p:blipFill>
          <a:blip>
            <a:extLst>
              <a:ext uri="{96DAC541-7B7A-43D3-8B79-37D633B846F1}">
                <asvg:svgBlip xmlns:asvg="http://schemas.microsoft.com/office/drawing/2016/SVG/main" r:embed="rId6"/>
              </a:ext>
            </a:extLst>
          </a:blip>
          <a:srcRect r="56481" b="-25761"/>
          <a:stretch>
            <a:fillRect/>
          </a:stretch>
        </p:blipFill>
        <p:spPr>
          <a:xfrm>
            <a:off x="349409" y="6581326"/>
            <a:ext cx="933615" cy="117924"/>
          </a:xfrm>
          <a:prstGeom prst="rect">
            <a:avLst/>
          </a:prstGeom>
        </p:spPr>
      </p:pic>
      <p:pic>
        <p:nvPicPr>
          <p:cNvPr id="18" name="Рисунок 17">
            <a:extLst>
              <a:ext uri="{FF2B5EF4-FFF2-40B4-BE49-F238E27FC236}">
                <a16:creationId xmlns:a16="http://schemas.microsoft.com/office/drawing/2014/main" id="{5C303FEC-C355-32F8-495F-06BBA107A960}"/>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335347" y="6584501"/>
            <a:ext cx="1231140" cy="92013"/>
          </a:xfrm>
          <a:prstGeom prst="rect">
            <a:avLst/>
          </a:prstGeom>
        </p:spPr>
      </p:pic>
      <p:sp>
        <p:nvSpPr>
          <p:cNvPr id="19" name="TextBox 18">
            <a:extLst>
              <a:ext uri="{FF2B5EF4-FFF2-40B4-BE49-F238E27FC236}">
                <a16:creationId xmlns:a16="http://schemas.microsoft.com/office/drawing/2014/main" id="{DD9AD41B-DB20-1F54-0809-0DA51E3C29B3}"/>
              </a:ext>
            </a:extLst>
          </p:cNvPr>
          <p:cNvSpPr txBox="1"/>
          <p:nvPr userDrawn="1"/>
        </p:nvSpPr>
        <p:spPr>
          <a:xfrm>
            <a:off x="2899821" y="6538543"/>
            <a:ext cx="5455224"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100000"/>
              </a:lnSpc>
              <a:spcBef>
                <a:spcPts val="0"/>
              </a:spcBef>
              <a:spcAft>
                <a:spcPts val="0"/>
              </a:spcAft>
              <a:buClrTx/>
              <a:buSzTx/>
              <a:buFontTx/>
              <a:buNone/>
              <a:tabLst/>
            </a:pPr>
            <a:r>
              <a:rPr kumimoji="0" lang="ru-RU" sz="1000" b="0" i="0" u="none" strike="noStrike" cap="none" spc="0" normalizeH="0" baseline="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rPr>
              <a:t>НЕТВОРКИНГ–КОНФЕРЕНЦИЯ</a:t>
            </a:r>
            <a:endParaRPr kumimoji="0" lang="ru-RU" sz="1000" b="0" i="0" u="none" strike="noStrike" cap="none" spc="0" normalizeH="0" baseline="0" dirty="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endParaRPr>
          </a:p>
        </p:txBody>
      </p:sp>
      <p:pic>
        <p:nvPicPr>
          <p:cNvPr id="20" name="Рисунок 19">
            <a:extLst>
              <a:ext uri="{FF2B5EF4-FFF2-40B4-BE49-F238E27FC236}">
                <a16:creationId xmlns:a16="http://schemas.microsoft.com/office/drawing/2014/main" id="{18345A1F-E844-799B-A9D6-683B04B483F6}"/>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2683929" y="6563832"/>
            <a:ext cx="133350" cy="133350"/>
          </a:xfrm>
          <a:prstGeom prst="rect">
            <a:avLst/>
          </a:prstGeom>
        </p:spPr>
      </p:pic>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Заголовок копия 4">
    <p:bg>
      <p:bgPr>
        <a:gradFill>
          <a:gsLst>
            <a:gs pos="0">
              <a:srgbClr val="003E44"/>
            </a:gs>
            <a:gs pos="98000">
              <a:srgbClr val="040F1A"/>
            </a:gs>
          </a:gsLst>
          <a:lin ang="6600000" scaled="0"/>
        </a:gradFill>
        <a:effectLst/>
      </p:bgPr>
    </p:bg>
    <p:spTree>
      <p:nvGrpSpPr>
        <p:cNvPr id="1" name=""/>
        <p:cNvGrpSpPr/>
        <p:nvPr/>
      </p:nvGrpSpPr>
      <p:grpSpPr>
        <a:xfrm>
          <a:off x="0" y="0"/>
          <a:ext cx="0" cy="0"/>
          <a:chOff x="0" y="0"/>
          <a:chExt cx="0" cy="0"/>
        </a:xfrm>
      </p:grpSpPr>
      <p:sp>
        <p:nvSpPr>
          <p:cNvPr id="115" name="01"/>
          <p:cNvSpPr txBox="1">
            <a:spLocks noGrp="1"/>
          </p:cNvSpPr>
          <p:nvPr>
            <p:ph type="body" sz="quarter" idx="21" hasCustomPrompt="1"/>
          </p:nvPr>
        </p:nvSpPr>
        <p:spPr>
          <a:xfrm>
            <a:off x="349409" y="1915117"/>
            <a:ext cx="3492692" cy="406009"/>
          </a:xfrm>
          <a:prstGeom prst="rect">
            <a:avLst/>
          </a:prstGeom>
        </p:spPr>
        <p:txBody>
          <a:bodyPr lIns="0" tIns="0" rIns="0" bIns="0">
            <a:spAutoFit/>
          </a:bodyPr>
          <a:lstStyle>
            <a:lvl1pPr defTabSz="914274">
              <a:lnSpc>
                <a:spcPct val="110000"/>
              </a:lnSpc>
              <a:defRPr sz="2600">
                <a:solidFill>
                  <a:schemeClr val="accent2"/>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t>01</a:t>
            </a:r>
          </a:p>
        </p:txBody>
      </p:sp>
      <p:sp>
        <p:nvSpPr>
          <p:cNvPr id="116" name="Пример текстового блока lorem ipsum dolor sit met lorem ipsum dolor sit amet в три-четыре строчки"/>
          <p:cNvSpPr txBox="1">
            <a:spLocks noGrp="1"/>
          </p:cNvSpPr>
          <p:nvPr>
            <p:ph type="body" sz="quarter" idx="22"/>
          </p:nvPr>
        </p:nvSpPr>
        <p:spPr>
          <a:xfrm>
            <a:off x="349409" y="2512019"/>
            <a:ext cx="3492692" cy="811056"/>
          </a:xfrm>
          <a:prstGeom prst="rect">
            <a:avLst/>
          </a:prstGeom>
        </p:spPr>
        <p:txBody>
          <a:bodyPr lIns="0" tIns="0" rIns="0" bIns="0">
            <a:spAutoFit/>
          </a:bodyPr>
          <a:lstStyle>
            <a:lvl1pPr defTabSz="914274">
              <a:lnSpc>
                <a:spcPct val="130000"/>
              </a:lnSpc>
              <a:defRPr sz="1400" b="0">
                <a:solidFill>
                  <a:srgbClr val="FFFFFF"/>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rPr dirty="0" err="1"/>
              <a:t>Пример</a:t>
            </a:r>
            <a:r>
              <a:rPr dirty="0"/>
              <a:t> </a:t>
            </a:r>
            <a:r>
              <a:rPr dirty="0" err="1"/>
              <a:t>текстового</a:t>
            </a:r>
            <a:r>
              <a:rPr dirty="0"/>
              <a:t> </a:t>
            </a:r>
            <a:r>
              <a:rPr dirty="0" err="1"/>
              <a:t>блока</a:t>
            </a:r>
            <a:r>
              <a:rPr dirty="0"/>
              <a:t> lorem ipsum dolor sit met lorem ipsum dolor sit </a:t>
            </a:r>
            <a:r>
              <a:rPr dirty="0" err="1"/>
              <a:t>amet</a:t>
            </a:r>
            <a:r>
              <a:rPr dirty="0"/>
              <a:t> </a:t>
            </a:r>
            <a:r>
              <a:rPr dirty="0" err="1"/>
              <a:t>в</a:t>
            </a:r>
            <a:r>
              <a:rPr dirty="0"/>
              <a:t> </a:t>
            </a:r>
            <a:r>
              <a:rPr dirty="0" err="1"/>
              <a:t>три-четыре</a:t>
            </a:r>
            <a:r>
              <a:rPr dirty="0"/>
              <a:t> </a:t>
            </a:r>
            <a:r>
              <a:rPr dirty="0" err="1"/>
              <a:t>строчки</a:t>
            </a:r>
            <a:r>
              <a:rPr dirty="0"/>
              <a:t> </a:t>
            </a:r>
          </a:p>
        </p:txBody>
      </p:sp>
      <p:sp>
        <p:nvSpPr>
          <p:cNvPr id="117" name="02"/>
          <p:cNvSpPr txBox="1">
            <a:spLocks noGrp="1"/>
          </p:cNvSpPr>
          <p:nvPr>
            <p:ph type="body" sz="quarter" idx="23"/>
          </p:nvPr>
        </p:nvSpPr>
        <p:spPr>
          <a:xfrm>
            <a:off x="4327430" y="1896259"/>
            <a:ext cx="3492692" cy="406009"/>
          </a:xfrm>
          <a:prstGeom prst="rect">
            <a:avLst/>
          </a:prstGeom>
        </p:spPr>
        <p:txBody>
          <a:bodyPr lIns="0" tIns="0" rIns="0" bIns="0">
            <a:spAutoFit/>
          </a:bodyPr>
          <a:lstStyle>
            <a:lvl1pPr defTabSz="914274">
              <a:lnSpc>
                <a:spcPct val="110000"/>
              </a:lnSpc>
              <a:defRPr sz="2600">
                <a:solidFill>
                  <a:schemeClr val="accent2"/>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t>02</a:t>
            </a:r>
          </a:p>
        </p:txBody>
      </p:sp>
      <p:sp>
        <p:nvSpPr>
          <p:cNvPr id="118" name="Пример текстового блока lorem ipsum dolor sit met lorem ipsum dolor sit amet в три-четыре строчки"/>
          <p:cNvSpPr txBox="1">
            <a:spLocks noGrp="1"/>
          </p:cNvSpPr>
          <p:nvPr>
            <p:ph type="body" sz="quarter" idx="24"/>
          </p:nvPr>
        </p:nvSpPr>
        <p:spPr>
          <a:xfrm>
            <a:off x="4327430" y="2493161"/>
            <a:ext cx="3492692" cy="811056"/>
          </a:xfrm>
          <a:prstGeom prst="rect">
            <a:avLst/>
          </a:prstGeom>
        </p:spPr>
        <p:txBody>
          <a:bodyPr lIns="0" tIns="0" rIns="0" bIns="0">
            <a:spAutoFit/>
          </a:bodyPr>
          <a:lstStyle>
            <a:lvl1pPr defTabSz="914274">
              <a:lnSpc>
                <a:spcPct val="130000"/>
              </a:lnSpc>
              <a:defRPr sz="1400" b="0">
                <a:solidFill>
                  <a:srgbClr val="FFFFFF"/>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t>Пример текстового блока lorem ipsum dolor sit met lorem ipsum dolor sit amet в три-четыре строчки </a:t>
            </a:r>
          </a:p>
        </p:txBody>
      </p:sp>
      <p:sp>
        <p:nvSpPr>
          <p:cNvPr id="119" name="03"/>
          <p:cNvSpPr txBox="1">
            <a:spLocks noGrp="1"/>
          </p:cNvSpPr>
          <p:nvPr>
            <p:ph type="body" sz="quarter" idx="25"/>
          </p:nvPr>
        </p:nvSpPr>
        <p:spPr>
          <a:xfrm>
            <a:off x="8382460" y="1896259"/>
            <a:ext cx="3492692" cy="406009"/>
          </a:xfrm>
          <a:prstGeom prst="rect">
            <a:avLst/>
          </a:prstGeom>
        </p:spPr>
        <p:txBody>
          <a:bodyPr lIns="0" tIns="0" rIns="0" bIns="0">
            <a:spAutoFit/>
          </a:bodyPr>
          <a:lstStyle>
            <a:lvl1pPr defTabSz="914274">
              <a:lnSpc>
                <a:spcPct val="110000"/>
              </a:lnSpc>
              <a:defRPr sz="2600">
                <a:solidFill>
                  <a:schemeClr val="accent2"/>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rPr dirty="0"/>
              <a:t>03</a:t>
            </a:r>
          </a:p>
        </p:txBody>
      </p:sp>
      <p:sp>
        <p:nvSpPr>
          <p:cNvPr id="120" name="Пример текстового блока lorem ipsum dolor sit met lorem ipsum dolor sit amet в три-четыре строчки"/>
          <p:cNvSpPr txBox="1">
            <a:spLocks noGrp="1"/>
          </p:cNvSpPr>
          <p:nvPr>
            <p:ph type="body" sz="quarter" idx="26"/>
          </p:nvPr>
        </p:nvSpPr>
        <p:spPr>
          <a:xfrm>
            <a:off x="8382460" y="2493161"/>
            <a:ext cx="3492692" cy="811056"/>
          </a:xfrm>
          <a:prstGeom prst="rect">
            <a:avLst/>
          </a:prstGeom>
        </p:spPr>
        <p:txBody>
          <a:bodyPr lIns="0" tIns="0" rIns="0" bIns="0">
            <a:spAutoFit/>
          </a:bodyPr>
          <a:lstStyle>
            <a:lvl1pPr defTabSz="914274">
              <a:lnSpc>
                <a:spcPct val="130000"/>
              </a:lnSpc>
              <a:defRPr sz="1400" b="0">
                <a:solidFill>
                  <a:srgbClr val="FFFFFF"/>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t>Пример текстового блока lorem ipsum dolor sit met lorem ipsum dolor sit amet в три-четыре строчки </a:t>
            </a:r>
          </a:p>
        </p:txBody>
      </p:sp>
      <p:sp>
        <p:nvSpPr>
          <p:cNvPr id="121" name="04"/>
          <p:cNvSpPr txBox="1">
            <a:spLocks noGrp="1"/>
          </p:cNvSpPr>
          <p:nvPr>
            <p:ph type="body" sz="quarter" idx="27"/>
          </p:nvPr>
        </p:nvSpPr>
        <p:spPr>
          <a:xfrm>
            <a:off x="349409" y="4226517"/>
            <a:ext cx="3492692" cy="406009"/>
          </a:xfrm>
          <a:prstGeom prst="rect">
            <a:avLst/>
          </a:prstGeom>
        </p:spPr>
        <p:txBody>
          <a:bodyPr lIns="0" tIns="0" rIns="0" bIns="0">
            <a:spAutoFit/>
          </a:bodyPr>
          <a:lstStyle>
            <a:lvl1pPr defTabSz="914274">
              <a:lnSpc>
                <a:spcPct val="110000"/>
              </a:lnSpc>
              <a:defRPr sz="2600">
                <a:solidFill>
                  <a:schemeClr val="accent2"/>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t>04</a:t>
            </a:r>
          </a:p>
        </p:txBody>
      </p:sp>
      <p:sp>
        <p:nvSpPr>
          <p:cNvPr id="122" name="Пример текстового блока lorem ipsum dolor sit met lorem ipsum dolor sit amet в три-четыре строчки"/>
          <p:cNvSpPr txBox="1">
            <a:spLocks noGrp="1"/>
          </p:cNvSpPr>
          <p:nvPr>
            <p:ph type="body" sz="quarter" idx="28"/>
          </p:nvPr>
        </p:nvSpPr>
        <p:spPr>
          <a:xfrm>
            <a:off x="349409" y="4823419"/>
            <a:ext cx="3492692" cy="811056"/>
          </a:xfrm>
          <a:prstGeom prst="rect">
            <a:avLst/>
          </a:prstGeom>
        </p:spPr>
        <p:txBody>
          <a:bodyPr lIns="0" tIns="0" rIns="0" bIns="0">
            <a:spAutoFit/>
          </a:bodyPr>
          <a:lstStyle>
            <a:lvl1pPr defTabSz="914274">
              <a:lnSpc>
                <a:spcPct val="130000"/>
              </a:lnSpc>
              <a:defRPr sz="1400" b="0">
                <a:solidFill>
                  <a:srgbClr val="FFFFFF"/>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t>Пример текстового блока lorem ipsum dolor sit met lorem ipsum dolor sit amet в три-четыре строчки </a:t>
            </a:r>
          </a:p>
        </p:txBody>
      </p:sp>
      <p:sp>
        <p:nvSpPr>
          <p:cNvPr id="123" name="05"/>
          <p:cNvSpPr txBox="1">
            <a:spLocks noGrp="1"/>
          </p:cNvSpPr>
          <p:nvPr>
            <p:ph type="body" sz="quarter" idx="29"/>
          </p:nvPr>
        </p:nvSpPr>
        <p:spPr>
          <a:xfrm>
            <a:off x="4327430" y="4207659"/>
            <a:ext cx="3492692" cy="406009"/>
          </a:xfrm>
          <a:prstGeom prst="rect">
            <a:avLst/>
          </a:prstGeom>
        </p:spPr>
        <p:txBody>
          <a:bodyPr lIns="0" tIns="0" rIns="0" bIns="0">
            <a:spAutoFit/>
          </a:bodyPr>
          <a:lstStyle>
            <a:lvl1pPr defTabSz="914274">
              <a:lnSpc>
                <a:spcPct val="110000"/>
              </a:lnSpc>
              <a:defRPr sz="2600">
                <a:solidFill>
                  <a:schemeClr val="accent2"/>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t>05</a:t>
            </a:r>
          </a:p>
        </p:txBody>
      </p:sp>
      <p:sp>
        <p:nvSpPr>
          <p:cNvPr id="124" name="Пример текстового блока lorem ipsum dolor sit met lorem ipsum dolor sit amet в три-четыре строчки"/>
          <p:cNvSpPr txBox="1">
            <a:spLocks noGrp="1"/>
          </p:cNvSpPr>
          <p:nvPr>
            <p:ph type="body" sz="quarter" idx="30"/>
          </p:nvPr>
        </p:nvSpPr>
        <p:spPr>
          <a:xfrm>
            <a:off x="4327430" y="4804561"/>
            <a:ext cx="3492692" cy="811056"/>
          </a:xfrm>
          <a:prstGeom prst="rect">
            <a:avLst/>
          </a:prstGeom>
        </p:spPr>
        <p:txBody>
          <a:bodyPr lIns="0" tIns="0" rIns="0" bIns="0">
            <a:spAutoFit/>
          </a:bodyPr>
          <a:lstStyle>
            <a:lvl1pPr defTabSz="914274">
              <a:lnSpc>
                <a:spcPct val="130000"/>
              </a:lnSpc>
              <a:defRPr sz="1400" b="0">
                <a:solidFill>
                  <a:srgbClr val="FFFFFF"/>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t>Пример текстового блока lorem ipsum dolor sit met lorem ipsum dolor sit amet в три-четыре строчки </a:t>
            </a:r>
          </a:p>
        </p:txBody>
      </p:sp>
      <p:sp>
        <p:nvSpPr>
          <p:cNvPr id="125" name="06"/>
          <p:cNvSpPr txBox="1">
            <a:spLocks noGrp="1"/>
          </p:cNvSpPr>
          <p:nvPr>
            <p:ph type="body" sz="quarter" idx="31"/>
          </p:nvPr>
        </p:nvSpPr>
        <p:spPr>
          <a:xfrm>
            <a:off x="8382460" y="4207659"/>
            <a:ext cx="3492692" cy="406009"/>
          </a:xfrm>
          <a:prstGeom prst="rect">
            <a:avLst/>
          </a:prstGeom>
        </p:spPr>
        <p:txBody>
          <a:bodyPr lIns="0" tIns="0" rIns="0" bIns="0">
            <a:spAutoFit/>
          </a:bodyPr>
          <a:lstStyle>
            <a:lvl1pPr defTabSz="914274">
              <a:lnSpc>
                <a:spcPct val="110000"/>
              </a:lnSpc>
              <a:defRPr sz="2600">
                <a:solidFill>
                  <a:schemeClr val="accent2"/>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t>06</a:t>
            </a:r>
          </a:p>
        </p:txBody>
      </p:sp>
      <p:sp>
        <p:nvSpPr>
          <p:cNvPr id="126" name="Пример текстового блока lorem ipsum dolor sit met lorem ipsum dolor sit amet в три-четыре строчки"/>
          <p:cNvSpPr txBox="1">
            <a:spLocks noGrp="1"/>
          </p:cNvSpPr>
          <p:nvPr>
            <p:ph type="body" sz="quarter" idx="32"/>
          </p:nvPr>
        </p:nvSpPr>
        <p:spPr>
          <a:xfrm>
            <a:off x="8382460" y="4804561"/>
            <a:ext cx="3492692" cy="811056"/>
          </a:xfrm>
          <a:prstGeom prst="rect">
            <a:avLst/>
          </a:prstGeom>
        </p:spPr>
        <p:txBody>
          <a:bodyPr lIns="0" tIns="0" rIns="0" bIns="0">
            <a:spAutoFit/>
          </a:bodyPr>
          <a:lstStyle>
            <a:lvl1pPr defTabSz="914274">
              <a:lnSpc>
                <a:spcPct val="130000"/>
              </a:lnSpc>
              <a:defRPr sz="1400" b="0">
                <a:solidFill>
                  <a:srgbClr val="FFFFFF"/>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t>Пример текстового блока lorem ipsum dolor sit met lorem ipsum dolor sit amet в три-четыре строчки </a:t>
            </a:r>
          </a:p>
        </p:txBody>
      </p:sp>
      <p:sp>
        <p:nvSpPr>
          <p:cNvPr id="13" name="Прямоугольник">
            <a:extLst>
              <a:ext uri="{FF2B5EF4-FFF2-40B4-BE49-F238E27FC236}">
                <a16:creationId xmlns:a16="http://schemas.microsoft.com/office/drawing/2014/main" id="{5D846FFA-04C1-947F-C886-1DDD0550B76B}"/>
              </a:ext>
            </a:extLst>
          </p:cNvPr>
          <p:cNvSpPr/>
          <p:nvPr userDrawn="1"/>
        </p:nvSpPr>
        <p:spPr>
          <a:xfrm>
            <a:off x="-4976" y="6449897"/>
            <a:ext cx="12201951" cy="409755"/>
          </a:xfrm>
          <a:prstGeom prst="rect">
            <a:avLst/>
          </a:prstGeom>
          <a:solidFill>
            <a:srgbClr val="002F36"/>
          </a:solidFill>
          <a:ln w="12700">
            <a:miter lim="400000"/>
          </a:ln>
        </p:spPr>
        <p:txBody>
          <a:bodyPr lIns="25400" tIns="25400" rIns="25400" bIns="25400" anchor="ctr"/>
          <a:lstStyle/>
          <a:p>
            <a:pPr defTabSz="412740">
              <a:defRPr sz="3200">
                <a:solidFill>
                  <a:srgbClr val="FFFFFF"/>
                </a:solidFill>
                <a:latin typeface="Helvetica Neue Medium"/>
                <a:ea typeface="Helvetica Neue Medium"/>
                <a:cs typeface="Helvetica Neue Medium"/>
                <a:sym typeface="Helvetica Neue Medium"/>
              </a:defRPr>
            </a:pPr>
            <a:endParaRPr sz="1600" dirty="0"/>
          </a:p>
        </p:txBody>
      </p:sp>
      <p:sp>
        <p:nvSpPr>
          <p:cNvPr id="14" name="TextBox 13">
            <a:extLst>
              <a:ext uri="{FF2B5EF4-FFF2-40B4-BE49-F238E27FC236}">
                <a16:creationId xmlns:a16="http://schemas.microsoft.com/office/drawing/2014/main" id="{AB416E45-85CB-5DD5-BD06-B224FD02AB2D}"/>
              </a:ext>
            </a:extLst>
          </p:cNvPr>
          <p:cNvSpPr txBox="1"/>
          <p:nvPr userDrawn="1"/>
        </p:nvSpPr>
        <p:spPr>
          <a:xfrm>
            <a:off x="11551921" y="6539251"/>
            <a:ext cx="323279"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r" defTabSz="1219139" rtl="0" fontAlgn="auto" latinLnBrk="0" hangingPunct="0">
              <a:lnSpc>
                <a:spcPct val="100000"/>
              </a:lnSpc>
              <a:spcBef>
                <a:spcPts val="0"/>
              </a:spcBef>
              <a:spcAft>
                <a:spcPts val="0"/>
              </a:spcAft>
              <a:buClrTx/>
              <a:buSzTx/>
              <a:buFontTx/>
              <a:buNone/>
              <a:tabLst/>
            </a:pPr>
            <a:fld id="{3CF6A4A8-0C97-7448-9D04-24BBE92EEE5F}" type="slidenum">
              <a:rPr kumimoji="0" lang="ru-RU" sz="1000" b="0" i="0" u="none" strike="noStrike" cap="none" spc="0" normalizeH="0" baseline="0" smtClean="0">
                <a:ln>
                  <a:noFill/>
                </a:ln>
                <a:solidFill>
                  <a:schemeClr val="bg1"/>
                </a:solidFill>
                <a:effectLst/>
                <a:uFillTx/>
                <a:latin typeface="Arial" panose="020B0604020202020204" pitchFamily="34" charset="0"/>
                <a:ea typeface="+mn-ea"/>
                <a:cs typeface="Arial" panose="020B0604020202020204" pitchFamily="34" charset="0"/>
                <a:sym typeface="Helvetica Neue"/>
              </a:rPr>
              <a:pPr marL="0" marR="0" indent="0" algn="r" defTabSz="1219139" rtl="0" fontAlgn="auto" latinLnBrk="0" hangingPunct="0">
                <a:lnSpc>
                  <a:spcPct val="100000"/>
                </a:lnSpc>
                <a:spcBef>
                  <a:spcPts val="0"/>
                </a:spcBef>
                <a:spcAft>
                  <a:spcPts val="0"/>
                </a:spcAft>
                <a:buClrTx/>
                <a:buSzTx/>
                <a:buFontTx/>
                <a:buNone/>
                <a:tabLst/>
              </a:pPr>
              <a:t>‹#›</a:t>
            </a:fld>
            <a:endParaRPr kumimoji="0" lang="ru-RU" sz="1000" b="0" i="0" u="none" strike="noStrike" cap="none" spc="0" normalizeH="0" baseline="0" dirty="0">
              <a:ln>
                <a:noFill/>
              </a:ln>
              <a:solidFill>
                <a:schemeClr val="bg1"/>
              </a:solidFill>
              <a:effectLst/>
              <a:uFillTx/>
              <a:latin typeface="Arial" panose="020B0604020202020204" pitchFamily="34" charset="0"/>
              <a:ea typeface="+mn-ea"/>
              <a:cs typeface="Arial" panose="020B0604020202020204" pitchFamily="34" charset="0"/>
              <a:sym typeface="Helvetica Neue"/>
            </a:endParaRPr>
          </a:p>
        </p:txBody>
      </p:sp>
      <p:pic>
        <p:nvPicPr>
          <p:cNvPr id="15" name="Рисунок 14">
            <a:extLst>
              <a:ext uri="{FF2B5EF4-FFF2-40B4-BE49-F238E27FC236}">
                <a16:creationId xmlns:a16="http://schemas.microsoft.com/office/drawing/2014/main" id="{DCB99719-8352-5DBA-EB72-049BF9273B83}"/>
              </a:ext>
            </a:extLst>
          </p:cNvPr>
          <p:cNvPicPr>
            <a:picLocks noChangeAspect="1"/>
          </p:cNvPicPr>
          <p:nvPr userDrawn="1"/>
        </p:nvPicPr>
        <p:blipFill>
          <a:blip>
            <a:alphaModFix amt="63000"/>
            <a:extLst>
              <a:ext uri="{96DAC541-7B7A-43D3-8B79-37D633B846F1}">
                <asvg:svgBlip xmlns:asvg="http://schemas.microsoft.com/office/drawing/2016/SVG/main" r:embed="rId2"/>
              </a:ext>
            </a:extLst>
          </a:blip>
          <a:stretch>
            <a:fillRect/>
          </a:stretch>
        </p:blipFill>
        <p:spPr>
          <a:xfrm>
            <a:off x="10013767" y="6518941"/>
            <a:ext cx="1449179" cy="265417"/>
          </a:xfrm>
          <a:prstGeom prst="rect">
            <a:avLst/>
          </a:prstGeom>
        </p:spPr>
      </p:pic>
      <p:pic>
        <p:nvPicPr>
          <p:cNvPr id="16" name="Рисунок 15">
            <a:extLst>
              <a:ext uri="{FF2B5EF4-FFF2-40B4-BE49-F238E27FC236}">
                <a16:creationId xmlns:a16="http://schemas.microsoft.com/office/drawing/2014/main" id="{EE41EB16-6F62-A577-EC67-344CB1ABA7AA}"/>
              </a:ext>
            </a:extLst>
          </p:cNvPr>
          <p:cNvPicPr>
            <a:picLocks noChangeAspect="1"/>
          </p:cNvPicPr>
          <p:nvPr userDrawn="1"/>
        </p:nvPicPr>
        <p:blipFill>
          <a:blip>
            <a:extLst>
              <a:ext uri="{96DAC541-7B7A-43D3-8B79-37D633B846F1}">
                <asvg:svgBlip xmlns:asvg="http://schemas.microsoft.com/office/drawing/2016/SVG/main" r:embed="rId3"/>
              </a:ext>
            </a:extLst>
          </a:blip>
          <a:srcRect r="56481" b="-25761"/>
          <a:stretch>
            <a:fillRect/>
          </a:stretch>
        </p:blipFill>
        <p:spPr>
          <a:xfrm>
            <a:off x="349409" y="6581326"/>
            <a:ext cx="933615" cy="117924"/>
          </a:xfrm>
          <a:prstGeom prst="rect">
            <a:avLst/>
          </a:prstGeom>
        </p:spPr>
      </p:pic>
      <p:pic>
        <p:nvPicPr>
          <p:cNvPr id="17" name="Рисунок 16">
            <a:extLst>
              <a:ext uri="{FF2B5EF4-FFF2-40B4-BE49-F238E27FC236}">
                <a16:creationId xmlns:a16="http://schemas.microsoft.com/office/drawing/2014/main" id="{4BED66D7-3087-186C-ABAF-FB58C9B1D81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335347" y="6584501"/>
            <a:ext cx="1231140" cy="92013"/>
          </a:xfrm>
          <a:prstGeom prst="rect">
            <a:avLst/>
          </a:prstGeom>
        </p:spPr>
      </p:pic>
      <p:sp>
        <p:nvSpPr>
          <p:cNvPr id="18" name="TextBox 17">
            <a:extLst>
              <a:ext uri="{FF2B5EF4-FFF2-40B4-BE49-F238E27FC236}">
                <a16:creationId xmlns:a16="http://schemas.microsoft.com/office/drawing/2014/main" id="{A614D5DC-67B2-651D-1781-30693FF15200}"/>
              </a:ext>
            </a:extLst>
          </p:cNvPr>
          <p:cNvSpPr txBox="1"/>
          <p:nvPr userDrawn="1"/>
        </p:nvSpPr>
        <p:spPr>
          <a:xfrm>
            <a:off x="2899821" y="6538543"/>
            <a:ext cx="5455224"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100000"/>
              </a:lnSpc>
              <a:spcBef>
                <a:spcPts val="0"/>
              </a:spcBef>
              <a:spcAft>
                <a:spcPts val="0"/>
              </a:spcAft>
              <a:buClrTx/>
              <a:buSzTx/>
              <a:buFontTx/>
              <a:buNone/>
              <a:tabLst/>
            </a:pPr>
            <a:r>
              <a:rPr kumimoji="0" lang="ru-RU" sz="1000" b="0" i="0" u="none" strike="noStrike" cap="none" spc="0" normalizeH="0" baseline="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rPr>
              <a:t>НЕТВОРКИНГ–КОНФЕРЕНЦИЯ</a:t>
            </a:r>
            <a:endParaRPr kumimoji="0" lang="ru-RU" sz="1000" b="0" i="0" u="none" strike="noStrike" cap="none" spc="0" normalizeH="0" baseline="0" dirty="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endParaRPr>
          </a:p>
        </p:txBody>
      </p:sp>
      <p:pic>
        <p:nvPicPr>
          <p:cNvPr id="19" name="Рисунок 18">
            <a:extLst>
              <a:ext uri="{FF2B5EF4-FFF2-40B4-BE49-F238E27FC236}">
                <a16:creationId xmlns:a16="http://schemas.microsoft.com/office/drawing/2014/main" id="{75F13C91-E6B8-829F-01E0-066CF7837C14}"/>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83929" y="6563832"/>
            <a:ext cx="133350" cy="133350"/>
          </a:xfrm>
          <a:prstGeom prst="rect">
            <a:avLst/>
          </a:prstGeom>
        </p:spPr>
      </p:pic>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Заголовок копия 5">
    <p:bg>
      <p:bgPr>
        <a:gradFill>
          <a:gsLst>
            <a:gs pos="0">
              <a:srgbClr val="003E44"/>
            </a:gs>
            <a:gs pos="98000">
              <a:srgbClr val="040F1A"/>
            </a:gs>
          </a:gsLst>
          <a:lin ang="6600000" scaled="0"/>
        </a:gradFill>
        <a:effectLst/>
      </p:bgPr>
    </p:bg>
    <p:spTree>
      <p:nvGrpSpPr>
        <p:cNvPr id="1" name=""/>
        <p:cNvGrpSpPr/>
        <p:nvPr/>
      </p:nvGrpSpPr>
      <p:grpSpPr>
        <a:xfrm>
          <a:off x="0" y="0"/>
          <a:ext cx="0" cy="0"/>
          <a:chOff x="0" y="0"/>
          <a:chExt cx="0" cy="0"/>
        </a:xfrm>
      </p:grpSpPr>
      <p:pic>
        <p:nvPicPr>
          <p:cNvPr id="22" name="Рисунок 21">
            <a:extLst>
              <a:ext uri="{FF2B5EF4-FFF2-40B4-BE49-F238E27FC236}">
                <a16:creationId xmlns:a16="http://schemas.microsoft.com/office/drawing/2014/main" id="{1ACD2BF8-ADCB-5FD8-F858-9A58C1B6D8B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662322" y="0"/>
            <a:ext cx="6867356" cy="6858000"/>
          </a:xfrm>
          <a:prstGeom prst="rect">
            <a:avLst/>
          </a:prstGeom>
        </p:spPr>
      </p:pic>
      <p:sp>
        <p:nvSpPr>
          <p:cNvPr id="14" name="Прямоугольник">
            <a:extLst>
              <a:ext uri="{FF2B5EF4-FFF2-40B4-BE49-F238E27FC236}">
                <a16:creationId xmlns:a16="http://schemas.microsoft.com/office/drawing/2014/main" id="{1F6EFEB4-AAED-BFF1-B393-3F5D6930F36A}"/>
              </a:ext>
            </a:extLst>
          </p:cNvPr>
          <p:cNvSpPr/>
          <p:nvPr userDrawn="1"/>
        </p:nvSpPr>
        <p:spPr>
          <a:xfrm>
            <a:off x="-4976" y="6449897"/>
            <a:ext cx="12201951" cy="409755"/>
          </a:xfrm>
          <a:prstGeom prst="rect">
            <a:avLst/>
          </a:prstGeom>
          <a:solidFill>
            <a:srgbClr val="002F36"/>
          </a:solidFill>
          <a:ln w="12700">
            <a:miter lim="400000"/>
          </a:ln>
        </p:spPr>
        <p:txBody>
          <a:bodyPr lIns="25400" tIns="25400" rIns="25400" bIns="25400" anchor="ctr"/>
          <a:lstStyle/>
          <a:p>
            <a:pPr defTabSz="412740">
              <a:defRPr sz="3200">
                <a:solidFill>
                  <a:srgbClr val="FFFFFF"/>
                </a:solidFill>
                <a:latin typeface="Helvetica Neue Medium"/>
                <a:ea typeface="Helvetica Neue Medium"/>
                <a:cs typeface="Helvetica Neue Medium"/>
                <a:sym typeface="Helvetica Neue Medium"/>
              </a:defRPr>
            </a:pPr>
            <a:endParaRPr sz="1600" dirty="0"/>
          </a:p>
        </p:txBody>
      </p:sp>
      <p:sp>
        <p:nvSpPr>
          <p:cNvPr id="15" name="TextBox 14">
            <a:extLst>
              <a:ext uri="{FF2B5EF4-FFF2-40B4-BE49-F238E27FC236}">
                <a16:creationId xmlns:a16="http://schemas.microsoft.com/office/drawing/2014/main" id="{C6E3CD6A-02FB-479B-8F29-14BF34290A2F}"/>
              </a:ext>
            </a:extLst>
          </p:cNvPr>
          <p:cNvSpPr txBox="1"/>
          <p:nvPr userDrawn="1"/>
        </p:nvSpPr>
        <p:spPr>
          <a:xfrm>
            <a:off x="11551921" y="6539251"/>
            <a:ext cx="323279"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r" defTabSz="1219139" rtl="0" fontAlgn="auto" latinLnBrk="0" hangingPunct="0">
              <a:lnSpc>
                <a:spcPct val="100000"/>
              </a:lnSpc>
              <a:spcBef>
                <a:spcPts val="0"/>
              </a:spcBef>
              <a:spcAft>
                <a:spcPts val="0"/>
              </a:spcAft>
              <a:buClrTx/>
              <a:buSzTx/>
              <a:buFontTx/>
              <a:buNone/>
              <a:tabLst/>
            </a:pPr>
            <a:fld id="{3CF6A4A8-0C97-7448-9D04-24BBE92EEE5F}" type="slidenum">
              <a:rPr kumimoji="0" lang="ru-RU" sz="1000" b="0" i="0" u="none" strike="noStrike" cap="none" spc="0" normalizeH="0" baseline="0" smtClean="0">
                <a:ln>
                  <a:noFill/>
                </a:ln>
                <a:solidFill>
                  <a:schemeClr val="bg1"/>
                </a:solidFill>
                <a:effectLst/>
                <a:uFillTx/>
                <a:latin typeface="Arial" panose="020B0604020202020204" pitchFamily="34" charset="0"/>
                <a:ea typeface="+mn-ea"/>
                <a:cs typeface="Arial" panose="020B0604020202020204" pitchFamily="34" charset="0"/>
                <a:sym typeface="Helvetica Neue"/>
              </a:rPr>
              <a:pPr marL="0" marR="0" indent="0" algn="r" defTabSz="1219139" rtl="0" fontAlgn="auto" latinLnBrk="0" hangingPunct="0">
                <a:lnSpc>
                  <a:spcPct val="100000"/>
                </a:lnSpc>
                <a:spcBef>
                  <a:spcPts val="0"/>
                </a:spcBef>
                <a:spcAft>
                  <a:spcPts val="0"/>
                </a:spcAft>
                <a:buClrTx/>
                <a:buSzTx/>
                <a:buFontTx/>
                <a:buNone/>
                <a:tabLst/>
              </a:pPr>
              <a:t>‹#›</a:t>
            </a:fld>
            <a:endParaRPr kumimoji="0" lang="ru-RU" sz="1000" b="0" i="0" u="none" strike="noStrike" cap="none" spc="0" normalizeH="0" baseline="0" dirty="0">
              <a:ln>
                <a:noFill/>
              </a:ln>
              <a:solidFill>
                <a:schemeClr val="bg1"/>
              </a:solidFill>
              <a:effectLst/>
              <a:uFillTx/>
              <a:latin typeface="Arial" panose="020B0604020202020204" pitchFamily="34" charset="0"/>
              <a:ea typeface="+mn-ea"/>
              <a:cs typeface="Arial" panose="020B0604020202020204" pitchFamily="34" charset="0"/>
              <a:sym typeface="Helvetica Neue"/>
            </a:endParaRPr>
          </a:p>
        </p:txBody>
      </p:sp>
      <p:pic>
        <p:nvPicPr>
          <p:cNvPr id="16" name="Рисунок 15">
            <a:extLst>
              <a:ext uri="{FF2B5EF4-FFF2-40B4-BE49-F238E27FC236}">
                <a16:creationId xmlns:a16="http://schemas.microsoft.com/office/drawing/2014/main" id="{FE15A03E-7890-C3C7-3D02-89B6AB67BF6A}"/>
              </a:ext>
            </a:extLst>
          </p:cNvPr>
          <p:cNvPicPr>
            <a:picLocks noChangeAspect="1"/>
          </p:cNvPicPr>
          <p:nvPr userDrawn="1"/>
        </p:nvPicPr>
        <p:blipFill>
          <a:blip>
            <a:alphaModFix amt="63000"/>
            <a:extLst>
              <a:ext uri="{96DAC541-7B7A-43D3-8B79-37D633B846F1}">
                <asvg:svgBlip xmlns:asvg="http://schemas.microsoft.com/office/drawing/2016/SVG/main" r:embed="rId3"/>
              </a:ext>
            </a:extLst>
          </a:blip>
          <a:stretch>
            <a:fillRect/>
          </a:stretch>
        </p:blipFill>
        <p:spPr>
          <a:xfrm>
            <a:off x="10013767" y="6518941"/>
            <a:ext cx="1449179" cy="265417"/>
          </a:xfrm>
          <a:prstGeom prst="rect">
            <a:avLst/>
          </a:prstGeom>
        </p:spPr>
      </p:pic>
      <p:pic>
        <p:nvPicPr>
          <p:cNvPr id="17" name="Рисунок 16">
            <a:extLst>
              <a:ext uri="{FF2B5EF4-FFF2-40B4-BE49-F238E27FC236}">
                <a16:creationId xmlns:a16="http://schemas.microsoft.com/office/drawing/2014/main" id="{70082AB5-268E-5877-45E8-C1E1ABF026A7}"/>
              </a:ext>
            </a:extLst>
          </p:cNvPr>
          <p:cNvPicPr>
            <a:picLocks noChangeAspect="1"/>
          </p:cNvPicPr>
          <p:nvPr userDrawn="1"/>
        </p:nvPicPr>
        <p:blipFill>
          <a:blip>
            <a:extLst>
              <a:ext uri="{96DAC541-7B7A-43D3-8B79-37D633B846F1}">
                <asvg:svgBlip xmlns:asvg="http://schemas.microsoft.com/office/drawing/2016/SVG/main" r:embed="rId4"/>
              </a:ext>
            </a:extLst>
          </a:blip>
          <a:srcRect r="56481" b="-25761"/>
          <a:stretch>
            <a:fillRect/>
          </a:stretch>
        </p:blipFill>
        <p:spPr>
          <a:xfrm>
            <a:off x="349409" y="6581326"/>
            <a:ext cx="933615" cy="117924"/>
          </a:xfrm>
          <a:prstGeom prst="rect">
            <a:avLst/>
          </a:prstGeom>
        </p:spPr>
      </p:pic>
      <p:pic>
        <p:nvPicPr>
          <p:cNvPr id="18" name="Рисунок 17">
            <a:extLst>
              <a:ext uri="{FF2B5EF4-FFF2-40B4-BE49-F238E27FC236}">
                <a16:creationId xmlns:a16="http://schemas.microsoft.com/office/drawing/2014/main" id="{8F42C54A-034F-8AF7-55AB-4B716103656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335347" y="6584501"/>
            <a:ext cx="1231140" cy="92013"/>
          </a:xfrm>
          <a:prstGeom prst="rect">
            <a:avLst/>
          </a:prstGeom>
        </p:spPr>
      </p:pic>
      <p:sp>
        <p:nvSpPr>
          <p:cNvPr id="19" name="TextBox 18">
            <a:extLst>
              <a:ext uri="{FF2B5EF4-FFF2-40B4-BE49-F238E27FC236}">
                <a16:creationId xmlns:a16="http://schemas.microsoft.com/office/drawing/2014/main" id="{42196172-28F7-521E-1797-9F38922C7AD3}"/>
              </a:ext>
            </a:extLst>
          </p:cNvPr>
          <p:cNvSpPr txBox="1"/>
          <p:nvPr userDrawn="1"/>
        </p:nvSpPr>
        <p:spPr>
          <a:xfrm>
            <a:off x="2899821" y="6538543"/>
            <a:ext cx="5455224"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100000"/>
              </a:lnSpc>
              <a:spcBef>
                <a:spcPts val="0"/>
              </a:spcBef>
              <a:spcAft>
                <a:spcPts val="0"/>
              </a:spcAft>
              <a:buClrTx/>
              <a:buSzTx/>
              <a:buFontTx/>
              <a:buNone/>
              <a:tabLst/>
            </a:pPr>
            <a:r>
              <a:rPr kumimoji="0" lang="ru-RU" sz="1000" b="0" i="0" u="none" strike="noStrike" cap="none" spc="0" normalizeH="0" baseline="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rPr>
              <a:t>НЕТВОРКИНГ–КОНФЕРЕНЦИЯ</a:t>
            </a:r>
            <a:endParaRPr kumimoji="0" lang="ru-RU" sz="1000" b="0" i="0" u="none" strike="noStrike" cap="none" spc="0" normalizeH="0" baseline="0" dirty="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endParaRPr>
          </a:p>
        </p:txBody>
      </p:sp>
      <p:pic>
        <p:nvPicPr>
          <p:cNvPr id="20" name="Рисунок 19">
            <a:extLst>
              <a:ext uri="{FF2B5EF4-FFF2-40B4-BE49-F238E27FC236}">
                <a16:creationId xmlns:a16="http://schemas.microsoft.com/office/drawing/2014/main" id="{D8B1382D-D2ED-2660-FB03-2A330635458F}"/>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683929" y="6563832"/>
            <a:ext cx="133350" cy="133350"/>
          </a:xfrm>
          <a:prstGeom prst="rect">
            <a:avLst/>
          </a:prstGeom>
        </p:spPr>
      </p:pic>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Заголовок копия 5">
    <p:bg>
      <p:bgPr>
        <a:gradFill>
          <a:gsLst>
            <a:gs pos="0">
              <a:srgbClr val="003E44"/>
            </a:gs>
            <a:gs pos="98000">
              <a:srgbClr val="040F1A"/>
            </a:gs>
          </a:gsLst>
          <a:lin ang="6600000" scaled="0"/>
        </a:gradFill>
        <a:effectLst/>
      </p:bgPr>
    </p:bg>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E4C39509-4CC6-F5DE-7B13-5D39D82D30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Прямоугольник">
            <a:extLst>
              <a:ext uri="{FF2B5EF4-FFF2-40B4-BE49-F238E27FC236}">
                <a16:creationId xmlns:a16="http://schemas.microsoft.com/office/drawing/2014/main" id="{1F6EFEB4-AAED-BFF1-B393-3F5D6930F36A}"/>
              </a:ext>
            </a:extLst>
          </p:cNvPr>
          <p:cNvSpPr/>
          <p:nvPr userDrawn="1"/>
        </p:nvSpPr>
        <p:spPr>
          <a:xfrm>
            <a:off x="-4976" y="6449897"/>
            <a:ext cx="12201951" cy="409755"/>
          </a:xfrm>
          <a:prstGeom prst="rect">
            <a:avLst/>
          </a:prstGeom>
          <a:solidFill>
            <a:srgbClr val="002F36"/>
          </a:solidFill>
          <a:ln w="12700">
            <a:miter lim="400000"/>
          </a:ln>
        </p:spPr>
        <p:txBody>
          <a:bodyPr lIns="25400" tIns="25400" rIns="25400" bIns="25400" anchor="ctr"/>
          <a:lstStyle/>
          <a:p>
            <a:pPr defTabSz="412740">
              <a:defRPr sz="3200">
                <a:solidFill>
                  <a:srgbClr val="FFFFFF"/>
                </a:solidFill>
                <a:latin typeface="Helvetica Neue Medium"/>
                <a:ea typeface="Helvetica Neue Medium"/>
                <a:cs typeface="Helvetica Neue Medium"/>
                <a:sym typeface="Helvetica Neue Medium"/>
              </a:defRPr>
            </a:pPr>
            <a:endParaRPr sz="1600" dirty="0"/>
          </a:p>
        </p:txBody>
      </p:sp>
      <p:sp>
        <p:nvSpPr>
          <p:cNvPr id="15" name="TextBox 14">
            <a:extLst>
              <a:ext uri="{FF2B5EF4-FFF2-40B4-BE49-F238E27FC236}">
                <a16:creationId xmlns:a16="http://schemas.microsoft.com/office/drawing/2014/main" id="{C6E3CD6A-02FB-479B-8F29-14BF34290A2F}"/>
              </a:ext>
            </a:extLst>
          </p:cNvPr>
          <p:cNvSpPr txBox="1"/>
          <p:nvPr userDrawn="1"/>
        </p:nvSpPr>
        <p:spPr>
          <a:xfrm>
            <a:off x="11551921" y="6539251"/>
            <a:ext cx="323279"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r" defTabSz="1219139" rtl="0" fontAlgn="auto" latinLnBrk="0" hangingPunct="0">
              <a:lnSpc>
                <a:spcPct val="100000"/>
              </a:lnSpc>
              <a:spcBef>
                <a:spcPts val="0"/>
              </a:spcBef>
              <a:spcAft>
                <a:spcPts val="0"/>
              </a:spcAft>
              <a:buClrTx/>
              <a:buSzTx/>
              <a:buFontTx/>
              <a:buNone/>
              <a:tabLst/>
            </a:pPr>
            <a:fld id="{3CF6A4A8-0C97-7448-9D04-24BBE92EEE5F}" type="slidenum">
              <a:rPr kumimoji="0" lang="ru-RU" sz="1000" b="0" i="0" u="none" strike="noStrike" cap="none" spc="0" normalizeH="0" baseline="0" smtClean="0">
                <a:ln>
                  <a:noFill/>
                </a:ln>
                <a:solidFill>
                  <a:schemeClr val="bg1"/>
                </a:solidFill>
                <a:effectLst/>
                <a:uFillTx/>
                <a:latin typeface="Arial" panose="020B0604020202020204" pitchFamily="34" charset="0"/>
                <a:ea typeface="+mn-ea"/>
                <a:cs typeface="Arial" panose="020B0604020202020204" pitchFamily="34" charset="0"/>
                <a:sym typeface="Helvetica Neue"/>
              </a:rPr>
              <a:pPr marL="0" marR="0" indent="0" algn="r" defTabSz="1219139" rtl="0" fontAlgn="auto" latinLnBrk="0" hangingPunct="0">
                <a:lnSpc>
                  <a:spcPct val="100000"/>
                </a:lnSpc>
                <a:spcBef>
                  <a:spcPts val="0"/>
                </a:spcBef>
                <a:spcAft>
                  <a:spcPts val="0"/>
                </a:spcAft>
                <a:buClrTx/>
                <a:buSzTx/>
                <a:buFontTx/>
                <a:buNone/>
                <a:tabLst/>
              </a:pPr>
              <a:t>‹#›</a:t>
            </a:fld>
            <a:endParaRPr kumimoji="0" lang="ru-RU" sz="1000" b="0" i="0" u="none" strike="noStrike" cap="none" spc="0" normalizeH="0" baseline="0" dirty="0">
              <a:ln>
                <a:noFill/>
              </a:ln>
              <a:solidFill>
                <a:schemeClr val="bg1"/>
              </a:solidFill>
              <a:effectLst/>
              <a:uFillTx/>
              <a:latin typeface="Arial" panose="020B0604020202020204" pitchFamily="34" charset="0"/>
              <a:ea typeface="+mn-ea"/>
              <a:cs typeface="Arial" panose="020B0604020202020204" pitchFamily="34" charset="0"/>
              <a:sym typeface="Helvetica Neue"/>
            </a:endParaRPr>
          </a:p>
        </p:txBody>
      </p:sp>
      <p:pic>
        <p:nvPicPr>
          <p:cNvPr id="16" name="Рисунок 15">
            <a:extLst>
              <a:ext uri="{FF2B5EF4-FFF2-40B4-BE49-F238E27FC236}">
                <a16:creationId xmlns:a16="http://schemas.microsoft.com/office/drawing/2014/main" id="{FE15A03E-7890-C3C7-3D02-89B6AB67BF6A}"/>
              </a:ext>
            </a:extLst>
          </p:cNvPr>
          <p:cNvPicPr>
            <a:picLocks noChangeAspect="1"/>
          </p:cNvPicPr>
          <p:nvPr userDrawn="1"/>
        </p:nvPicPr>
        <p:blipFill>
          <a:blip>
            <a:alphaModFix amt="63000"/>
            <a:extLst>
              <a:ext uri="{96DAC541-7B7A-43D3-8B79-37D633B846F1}">
                <asvg:svgBlip xmlns:asvg="http://schemas.microsoft.com/office/drawing/2016/SVG/main" r:embed="rId3"/>
              </a:ext>
            </a:extLst>
          </a:blip>
          <a:stretch>
            <a:fillRect/>
          </a:stretch>
        </p:blipFill>
        <p:spPr>
          <a:xfrm>
            <a:off x="10013767" y="6518941"/>
            <a:ext cx="1449179" cy="265417"/>
          </a:xfrm>
          <a:prstGeom prst="rect">
            <a:avLst/>
          </a:prstGeom>
        </p:spPr>
      </p:pic>
      <p:pic>
        <p:nvPicPr>
          <p:cNvPr id="17" name="Рисунок 16">
            <a:extLst>
              <a:ext uri="{FF2B5EF4-FFF2-40B4-BE49-F238E27FC236}">
                <a16:creationId xmlns:a16="http://schemas.microsoft.com/office/drawing/2014/main" id="{70082AB5-268E-5877-45E8-C1E1ABF026A7}"/>
              </a:ext>
            </a:extLst>
          </p:cNvPr>
          <p:cNvPicPr>
            <a:picLocks noChangeAspect="1"/>
          </p:cNvPicPr>
          <p:nvPr userDrawn="1"/>
        </p:nvPicPr>
        <p:blipFill>
          <a:blip>
            <a:extLst>
              <a:ext uri="{96DAC541-7B7A-43D3-8B79-37D633B846F1}">
                <asvg:svgBlip xmlns:asvg="http://schemas.microsoft.com/office/drawing/2016/SVG/main" r:embed="rId4"/>
              </a:ext>
            </a:extLst>
          </a:blip>
          <a:srcRect r="56481" b="-25761"/>
          <a:stretch>
            <a:fillRect/>
          </a:stretch>
        </p:blipFill>
        <p:spPr>
          <a:xfrm>
            <a:off x="349409" y="6581326"/>
            <a:ext cx="933615" cy="117924"/>
          </a:xfrm>
          <a:prstGeom prst="rect">
            <a:avLst/>
          </a:prstGeom>
        </p:spPr>
      </p:pic>
      <p:pic>
        <p:nvPicPr>
          <p:cNvPr id="18" name="Рисунок 17">
            <a:extLst>
              <a:ext uri="{FF2B5EF4-FFF2-40B4-BE49-F238E27FC236}">
                <a16:creationId xmlns:a16="http://schemas.microsoft.com/office/drawing/2014/main" id="{8F42C54A-034F-8AF7-55AB-4B716103656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335347" y="6584501"/>
            <a:ext cx="1231140" cy="92013"/>
          </a:xfrm>
          <a:prstGeom prst="rect">
            <a:avLst/>
          </a:prstGeom>
        </p:spPr>
      </p:pic>
      <p:sp>
        <p:nvSpPr>
          <p:cNvPr id="19" name="TextBox 18">
            <a:extLst>
              <a:ext uri="{FF2B5EF4-FFF2-40B4-BE49-F238E27FC236}">
                <a16:creationId xmlns:a16="http://schemas.microsoft.com/office/drawing/2014/main" id="{42196172-28F7-521E-1797-9F38922C7AD3}"/>
              </a:ext>
            </a:extLst>
          </p:cNvPr>
          <p:cNvSpPr txBox="1"/>
          <p:nvPr userDrawn="1"/>
        </p:nvSpPr>
        <p:spPr>
          <a:xfrm>
            <a:off x="2899821" y="6538543"/>
            <a:ext cx="5455224"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100000"/>
              </a:lnSpc>
              <a:spcBef>
                <a:spcPts val="0"/>
              </a:spcBef>
              <a:spcAft>
                <a:spcPts val="0"/>
              </a:spcAft>
              <a:buClrTx/>
              <a:buSzTx/>
              <a:buFontTx/>
              <a:buNone/>
              <a:tabLst/>
            </a:pPr>
            <a:r>
              <a:rPr kumimoji="0" lang="ru-RU" sz="1000" b="0" i="0" u="none" strike="noStrike" cap="none" spc="0" normalizeH="0" baseline="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rPr>
              <a:t>НЕТВОРКИНГ–КОНФЕРЕНЦИЯ</a:t>
            </a:r>
            <a:endParaRPr kumimoji="0" lang="ru-RU" sz="1000" b="0" i="0" u="none" strike="noStrike" cap="none" spc="0" normalizeH="0" baseline="0" dirty="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endParaRPr>
          </a:p>
        </p:txBody>
      </p:sp>
      <p:pic>
        <p:nvPicPr>
          <p:cNvPr id="20" name="Рисунок 19">
            <a:extLst>
              <a:ext uri="{FF2B5EF4-FFF2-40B4-BE49-F238E27FC236}">
                <a16:creationId xmlns:a16="http://schemas.microsoft.com/office/drawing/2014/main" id="{D8B1382D-D2ED-2660-FB03-2A330635458F}"/>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683929" y="6563832"/>
            <a:ext cx="133350" cy="133350"/>
          </a:xfrm>
          <a:prstGeom prst="rect">
            <a:avLst/>
          </a:prstGeom>
        </p:spPr>
      </p:pic>
    </p:spTree>
    <p:extLst>
      <p:ext uri="{BB962C8B-B14F-4D97-AF65-F5344CB8AC3E}">
        <p14:creationId xmlns:p14="http://schemas.microsoft.com/office/powerpoint/2010/main" val="624066524"/>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2_Заголовок копия 5">
    <p:bg>
      <p:bgPr>
        <a:gradFill>
          <a:gsLst>
            <a:gs pos="0">
              <a:srgbClr val="003E44"/>
            </a:gs>
            <a:gs pos="98000">
              <a:srgbClr val="040F1A"/>
            </a:gs>
          </a:gsLst>
          <a:lin ang="6600000" scaled="0"/>
        </a:gradFill>
        <a:effectLst/>
      </p:bgPr>
    </p:bg>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23ABE0D1-ED27-1A20-FBFC-DD3FF81C63AB}"/>
              </a:ext>
            </a:extLst>
          </p:cNvPr>
          <p:cNvPicPr>
            <a:picLocks noChangeAspect="1"/>
          </p:cNvPicPr>
          <p:nvPr userDrawn="1"/>
        </p:nvPicPr>
        <p:blipFill>
          <a:blip r:embed="rId2">
            <a:extLst>
              <a:ext uri="{28A0092B-C50C-407E-A947-70E740481C1C}">
                <a14:useLocalDpi xmlns:a14="http://schemas.microsoft.com/office/drawing/2010/main" val="0"/>
              </a:ext>
            </a:extLst>
          </a:blip>
          <a:srcRect b="4205"/>
          <a:stretch>
            <a:fillRect/>
          </a:stretch>
        </p:blipFill>
        <p:spPr>
          <a:xfrm>
            <a:off x="0" y="0"/>
            <a:ext cx="12192000" cy="6858000"/>
          </a:xfrm>
          <a:prstGeom prst="rect">
            <a:avLst/>
          </a:prstGeom>
        </p:spPr>
      </p:pic>
      <p:sp>
        <p:nvSpPr>
          <p:cNvPr id="14" name="Прямоугольник">
            <a:extLst>
              <a:ext uri="{FF2B5EF4-FFF2-40B4-BE49-F238E27FC236}">
                <a16:creationId xmlns:a16="http://schemas.microsoft.com/office/drawing/2014/main" id="{1F6EFEB4-AAED-BFF1-B393-3F5D6930F36A}"/>
              </a:ext>
            </a:extLst>
          </p:cNvPr>
          <p:cNvSpPr/>
          <p:nvPr userDrawn="1"/>
        </p:nvSpPr>
        <p:spPr>
          <a:xfrm>
            <a:off x="-4976" y="6449897"/>
            <a:ext cx="12201951" cy="409755"/>
          </a:xfrm>
          <a:prstGeom prst="rect">
            <a:avLst/>
          </a:prstGeom>
          <a:solidFill>
            <a:srgbClr val="002F36"/>
          </a:solidFill>
          <a:ln w="12700">
            <a:miter lim="400000"/>
          </a:ln>
        </p:spPr>
        <p:txBody>
          <a:bodyPr lIns="25400" tIns="25400" rIns="25400" bIns="25400" anchor="ctr"/>
          <a:lstStyle/>
          <a:p>
            <a:pPr defTabSz="412740">
              <a:defRPr sz="3200">
                <a:solidFill>
                  <a:srgbClr val="FFFFFF"/>
                </a:solidFill>
                <a:latin typeface="Helvetica Neue Medium"/>
                <a:ea typeface="Helvetica Neue Medium"/>
                <a:cs typeface="Helvetica Neue Medium"/>
                <a:sym typeface="Helvetica Neue Medium"/>
              </a:defRPr>
            </a:pPr>
            <a:endParaRPr sz="1600" dirty="0"/>
          </a:p>
        </p:txBody>
      </p:sp>
      <p:sp>
        <p:nvSpPr>
          <p:cNvPr id="15" name="TextBox 14">
            <a:extLst>
              <a:ext uri="{FF2B5EF4-FFF2-40B4-BE49-F238E27FC236}">
                <a16:creationId xmlns:a16="http://schemas.microsoft.com/office/drawing/2014/main" id="{C6E3CD6A-02FB-479B-8F29-14BF34290A2F}"/>
              </a:ext>
            </a:extLst>
          </p:cNvPr>
          <p:cNvSpPr txBox="1"/>
          <p:nvPr userDrawn="1"/>
        </p:nvSpPr>
        <p:spPr>
          <a:xfrm>
            <a:off x="11551921" y="6539251"/>
            <a:ext cx="323279"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r" defTabSz="1219139" rtl="0" fontAlgn="auto" latinLnBrk="0" hangingPunct="0">
              <a:lnSpc>
                <a:spcPct val="100000"/>
              </a:lnSpc>
              <a:spcBef>
                <a:spcPts val="0"/>
              </a:spcBef>
              <a:spcAft>
                <a:spcPts val="0"/>
              </a:spcAft>
              <a:buClrTx/>
              <a:buSzTx/>
              <a:buFontTx/>
              <a:buNone/>
              <a:tabLst/>
            </a:pPr>
            <a:fld id="{3CF6A4A8-0C97-7448-9D04-24BBE92EEE5F}" type="slidenum">
              <a:rPr kumimoji="0" lang="ru-RU" sz="1000" b="0" i="0" u="none" strike="noStrike" cap="none" spc="0" normalizeH="0" baseline="0" smtClean="0">
                <a:ln>
                  <a:noFill/>
                </a:ln>
                <a:solidFill>
                  <a:schemeClr val="bg1"/>
                </a:solidFill>
                <a:effectLst/>
                <a:uFillTx/>
                <a:latin typeface="Arial" panose="020B0604020202020204" pitchFamily="34" charset="0"/>
                <a:ea typeface="+mn-ea"/>
                <a:cs typeface="Arial" panose="020B0604020202020204" pitchFamily="34" charset="0"/>
                <a:sym typeface="Helvetica Neue"/>
              </a:rPr>
              <a:pPr marL="0" marR="0" indent="0" algn="r" defTabSz="1219139" rtl="0" fontAlgn="auto" latinLnBrk="0" hangingPunct="0">
                <a:lnSpc>
                  <a:spcPct val="100000"/>
                </a:lnSpc>
                <a:spcBef>
                  <a:spcPts val="0"/>
                </a:spcBef>
                <a:spcAft>
                  <a:spcPts val="0"/>
                </a:spcAft>
                <a:buClrTx/>
                <a:buSzTx/>
                <a:buFontTx/>
                <a:buNone/>
                <a:tabLst/>
              </a:pPr>
              <a:t>‹#›</a:t>
            </a:fld>
            <a:endParaRPr kumimoji="0" lang="ru-RU" sz="1000" b="0" i="0" u="none" strike="noStrike" cap="none" spc="0" normalizeH="0" baseline="0" dirty="0">
              <a:ln>
                <a:noFill/>
              </a:ln>
              <a:solidFill>
                <a:schemeClr val="bg1"/>
              </a:solidFill>
              <a:effectLst/>
              <a:uFillTx/>
              <a:latin typeface="Arial" panose="020B0604020202020204" pitchFamily="34" charset="0"/>
              <a:ea typeface="+mn-ea"/>
              <a:cs typeface="Arial" panose="020B0604020202020204" pitchFamily="34" charset="0"/>
              <a:sym typeface="Helvetica Neue"/>
            </a:endParaRPr>
          </a:p>
        </p:txBody>
      </p:sp>
      <p:pic>
        <p:nvPicPr>
          <p:cNvPr id="16" name="Рисунок 15">
            <a:extLst>
              <a:ext uri="{FF2B5EF4-FFF2-40B4-BE49-F238E27FC236}">
                <a16:creationId xmlns:a16="http://schemas.microsoft.com/office/drawing/2014/main" id="{FE15A03E-7890-C3C7-3D02-89B6AB67BF6A}"/>
              </a:ext>
            </a:extLst>
          </p:cNvPr>
          <p:cNvPicPr>
            <a:picLocks noChangeAspect="1"/>
          </p:cNvPicPr>
          <p:nvPr userDrawn="1"/>
        </p:nvPicPr>
        <p:blipFill>
          <a:blip>
            <a:alphaModFix amt="63000"/>
            <a:extLst>
              <a:ext uri="{96DAC541-7B7A-43D3-8B79-37D633B846F1}">
                <asvg:svgBlip xmlns:asvg="http://schemas.microsoft.com/office/drawing/2016/SVG/main" r:embed="rId3"/>
              </a:ext>
            </a:extLst>
          </a:blip>
          <a:stretch>
            <a:fillRect/>
          </a:stretch>
        </p:blipFill>
        <p:spPr>
          <a:xfrm>
            <a:off x="10013767" y="6518941"/>
            <a:ext cx="1449179" cy="265417"/>
          </a:xfrm>
          <a:prstGeom prst="rect">
            <a:avLst/>
          </a:prstGeom>
        </p:spPr>
      </p:pic>
      <p:pic>
        <p:nvPicPr>
          <p:cNvPr id="17" name="Рисунок 16">
            <a:extLst>
              <a:ext uri="{FF2B5EF4-FFF2-40B4-BE49-F238E27FC236}">
                <a16:creationId xmlns:a16="http://schemas.microsoft.com/office/drawing/2014/main" id="{70082AB5-268E-5877-45E8-C1E1ABF026A7}"/>
              </a:ext>
            </a:extLst>
          </p:cNvPr>
          <p:cNvPicPr>
            <a:picLocks noChangeAspect="1"/>
          </p:cNvPicPr>
          <p:nvPr userDrawn="1"/>
        </p:nvPicPr>
        <p:blipFill>
          <a:blip>
            <a:extLst>
              <a:ext uri="{96DAC541-7B7A-43D3-8B79-37D633B846F1}">
                <asvg:svgBlip xmlns:asvg="http://schemas.microsoft.com/office/drawing/2016/SVG/main" r:embed="rId4"/>
              </a:ext>
            </a:extLst>
          </a:blip>
          <a:srcRect r="56481" b="-25761"/>
          <a:stretch>
            <a:fillRect/>
          </a:stretch>
        </p:blipFill>
        <p:spPr>
          <a:xfrm>
            <a:off x="349409" y="6581326"/>
            <a:ext cx="933615" cy="117924"/>
          </a:xfrm>
          <a:prstGeom prst="rect">
            <a:avLst/>
          </a:prstGeom>
        </p:spPr>
      </p:pic>
      <p:pic>
        <p:nvPicPr>
          <p:cNvPr id="18" name="Рисунок 17">
            <a:extLst>
              <a:ext uri="{FF2B5EF4-FFF2-40B4-BE49-F238E27FC236}">
                <a16:creationId xmlns:a16="http://schemas.microsoft.com/office/drawing/2014/main" id="{8F42C54A-034F-8AF7-55AB-4B716103656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335347" y="6584501"/>
            <a:ext cx="1231140" cy="92013"/>
          </a:xfrm>
          <a:prstGeom prst="rect">
            <a:avLst/>
          </a:prstGeom>
        </p:spPr>
      </p:pic>
      <p:sp>
        <p:nvSpPr>
          <p:cNvPr id="19" name="TextBox 18">
            <a:extLst>
              <a:ext uri="{FF2B5EF4-FFF2-40B4-BE49-F238E27FC236}">
                <a16:creationId xmlns:a16="http://schemas.microsoft.com/office/drawing/2014/main" id="{42196172-28F7-521E-1797-9F38922C7AD3}"/>
              </a:ext>
            </a:extLst>
          </p:cNvPr>
          <p:cNvSpPr txBox="1"/>
          <p:nvPr userDrawn="1"/>
        </p:nvSpPr>
        <p:spPr>
          <a:xfrm>
            <a:off x="2899821" y="6538543"/>
            <a:ext cx="5455224"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100000"/>
              </a:lnSpc>
              <a:spcBef>
                <a:spcPts val="0"/>
              </a:spcBef>
              <a:spcAft>
                <a:spcPts val="0"/>
              </a:spcAft>
              <a:buClrTx/>
              <a:buSzTx/>
              <a:buFontTx/>
              <a:buNone/>
              <a:tabLst/>
            </a:pPr>
            <a:r>
              <a:rPr kumimoji="0" lang="ru-RU" sz="1000" b="0" i="0" u="none" strike="noStrike" cap="none" spc="0" normalizeH="0" baseline="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rPr>
              <a:t>НЕТВОРКИНГ–КОНФЕРЕНЦИЯ</a:t>
            </a:r>
            <a:endParaRPr kumimoji="0" lang="ru-RU" sz="1000" b="0" i="0" u="none" strike="noStrike" cap="none" spc="0" normalizeH="0" baseline="0" dirty="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endParaRPr>
          </a:p>
        </p:txBody>
      </p:sp>
      <p:pic>
        <p:nvPicPr>
          <p:cNvPr id="20" name="Рисунок 19">
            <a:extLst>
              <a:ext uri="{FF2B5EF4-FFF2-40B4-BE49-F238E27FC236}">
                <a16:creationId xmlns:a16="http://schemas.microsoft.com/office/drawing/2014/main" id="{D8B1382D-D2ED-2660-FB03-2A330635458F}"/>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683929" y="6563832"/>
            <a:ext cx="133350" cy="133350"/>
          </a:xfrm>
          <a:prstGeom prst="rect">
            <a:avLst/>
          </a:prstGeom>
        </p:spPr>
      </p:pic>
    </p:spTree>
    <p:extLst>
      <p:ext uri="{BB962C8B-B14F-4D97-AF65-F5344CB8AC3E}">
        <p14:creationId xmlns:p14="http://schemas.microsoft.com/office/powerpoint/2010/main" val="1674485199"/>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Заголовок копия 2">
    <p:bg>
      <p:bgPr>
        <a:gradFill>
          <a:gsLst>
            <a:gs pos="0">
              <a:srgbClr val="003E44"/>
            </a:gs>
            <a:gs pos="98000">
              <a:srgbClr val="040F1A"/>
            </a:gs>
          </a:gsLst>
          <a:lin ang="6600000" scaled="0"/>
        </a:gradFill>
        <a:effectLst/>
      </p:bgPr>
    </p:bg>
    <p:spTree>
      <p:nvGrpSpPr>
        <p:cNvPr id="1" name=""/>
        <p:cNvGrpSpPr/>
        <p:nvPr/>
      </p:nvGrpSpPr>
      <p:grpSpPr>
        <a:xfrm>
          <a:off x="0" y="0"/>
          <a:ext cx="0" cy="0"/>
          <a:chOff x="0" y="0"/>
          <a:chExt cx="0" cy="0"/>
        </a:xfrm>
      </p:grpSpPr>
      <p:sp>
        <p:nvSpPr>
          <p:cNvPr id="15" name="Прямоугольник">
            <a:extLst>
              <a:ext uri="{FF2B5EF4-FFF2-40B4-BE49-F238E27FC236}">
                <a16:creationId xmlns:a16="http://schemas.microsoft.com/office/drawing/2014/main" id="{7251A28E-2842-07A1-52B1-51030F25A70A}"/>
              </a:ext>
            </a:extLst>
          </p:cNvPr>
          <p:cNvSpPr/>
          <p:nvPr userDrawn="1"/>
        </p:nvSpPr>
        <p:spPr>
          <a:xfrm>
            <a:off x="-4976" y="6449897"/>
            <a:ext cx="12201951" cy="409755"/>
          </a:xfrm>
          <a:prstGeom prst="rect">
            <a:avLst/>
          </a:prstGeom>
          <a:solidFill>
            <a:srgbClr val="002F36"/>
          </a:solidFill>
          <a:ln w="12700">
            <a:miter lim="400000"/>
          </a:ln>
        </p:spPr>
        <p:txBody>
          <a:bodyPr lIns="25400" tIns="25400" rIns="25400" bIns="25400" anchor="ctr"/>
          <a:lstStyle/>
          <a:p>
            <a:pPr defTabSz="412740">
              <a:defRPr sz="3200">
                <a:solidFill>
                  <a:srgbClr val="FFFFFF"/>
                </a:solidFill>
                <a:latin typeface="Helvetica Neue Medium"/>
                <a:ea typeface="Helvetica Neue Medium"/>
                <a:cs typeface="Helvetica Neue Medium"/>
                <a:sym typeface="Helvetica Neue Medium"/>
              </a:defRPr>
            </a:pPr>
            <a:endParaRPr sz="1600" dirty="0"/>
          </a:p>
        </p:txBody>
      </p:sp>
      <p:sp>
        <p:nvSpPr>
          <p:cNvPr id="16" name="TextBox 15">
            <a:extLst>
              <a:ext uri="{FF2B5EF4-FFF2-40B4-BE49-F238E27FC236}">
                <a16:creationId xmlns:a16="http://schemas.microsoft.com/office/drawing/2014/main" id="{BD2E2F13-B1BD-3CB5-A7CB-5D69BFB1A765}"/>
              </a:ext>
            </a:extLst>
          </p:cNvPr>
          <p:cNvSpPr txBox="1"/>
          <p:nvPr userDrawn="1"/>
        </p:nvSpPr>
        <p:spPr>
          <a:xfrm>
            <a:off x="11551921" y="6539251"/>
            <a:ext cx="323279"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r" defTabSz="1219139" rtl="0" fontAlgn="auto" latinLnBrk="0" hangingPunct="0">
              <a:lnSpc>
                <a:spcPct val="100000"/>
              </a:lnSpc>
              <a:spcBef>
                <a:spcPts val="0"/>
              </a:spcBef>
              <a:spcAft>
                <a:spcPts val="0"/>
              </a:spcAft>
              <a:buClrTx/>
              <a:buSzTx/>
              <a:buFontTx/>
              <a:buNone/>
              <a:tabLst/>
            </a:pPr>
            <a:fld id="{3CF6A4A8-0C97-7448-9D04-24BBE92EEE5F}" type="slidenum">
              <a:rPr kumimoji="0" lang="ru-RU" sz="1000" b="0" i="0" u="none" strike="noStrike" cap="none" spc="0" normalizeH="0" baseline="0" smtClean="0">
                <a:ln>
                  <a:noFill/>
                </a:ln>
                <a:solidFill>
                  <a:schemeClr val="bg1"/>
                </a:solidFill>
                <a:effectLst/>
                <a:uFillTx/>
                <a:latin typeface="Arial" panose="020B0604020202020204" pitchFamily="34" charset="0"/>
                <a:ea typeface="+mn-ea"/>
                <a:cs typeface="Arial" panose="020B0604020202020204" pitchFamily="34" charset="0"/>
                <a:sym typeface="Helvetica Neue"/>
              </a:rPr>
              <a:pPr marL="0" marR="0" indent="0" algn="r" defTabSz="1219139" rtl="0" fontAlgn="auto" latinLnBrk="0" hangingPunct="0">
                <a:lnSpc>
                  <a:spcPct val="100000"/>
                </a:lnSpc>
                <a:spcBef>
                  <a:spcPts val="0"/>
                </a:spcBef>
                <a:spcAft>
                  <a:spcPts val="0"/>
                </a:spcAft>
                <a:buClrTx/>
                <a:buSzTx/>
                <a:buFontTx/>
                <a:buNone/>
                <a:tabLst/>
              </a:pPr>
              <a:t>‹#›</a:t>
            </a:fld>
            <a:endParaRPr kumimoji="0" lang="ru-RU" sz="1000" b="0" i="0" u="none" strike="noStrike" cap="none" spc="0" normalizeH="0" baseline="0" dirty="0">
              <a:ln>
                <a:noFill/>
              </a:ln>
              <a:solidFill>
                <a:schemeClr val="bg1"/>
              </a:solidFill>
              <a:effectLst/>
              <a:uFillTx/>
              <a:latin typeface="Arial" panose="020B0604020202020204" pitchFamily="34" charset="0"/>
              <a:ea typeface="+mn-ea"/>
              <a:cs typeface="Arial" panose="020B0604020202020204" pitchFamily="34" charset="0"/>
              <a:sym typeface="Helvetica Neue"/>
            </a:endParaRPr>
          </a:p>
        </p:txBody>
      </p:sp>
      <p:pic>
        <p:nvPicPr>
          <p:cNvPr id="17" name="Рисунок 16">
            <a:extLst>
              <a:ext uri="{FF2B5EF4-FFF2-40B4-BE49-F238E27FC236}">
                <a16:creationId xmlns:a16="http://schemas.microsoft.com/office/drawing/2014/main" id="{7D0E325F-E72F-D90A-A8CC-AE2FDE561597}"/>
              </a:ext>
            </a:extLst>
          </p:cNvPr>
          <p:cNvPicPr>
            <a:picLocks noChangeAspect="1"/>
          </p:cNvPicPr>
          <p:nvPr userDrawn="1"/>
        </p:nvPicPr>
        <p:blipFill>
          <a:blip>
            <a:alphaModFix amt="63000"/>
            <a:extLst>
              <a:ext uri="{96DAC541-7B7A-43D3-8B79-37D633B846F1}">
                <asvg:svgBlip xmlns:asvg="http://schemas.microsoft.com/office/drawing/2016/SVG/main" r:embed="rId2"/>
              </a:ext>
            </a:extLst>
          </a:blip>
          <a:stretch>
            <a:fillRect/>
          </a:stretch>
        </p:blipFill>
        <p:spPr>
          <a:xfrm>
            <a:off x="10013767" y="6518941"/>
            <a:ext cx="1449179" cy="265417"/>
          </a:xfrm>
          <a:prstGeom prst="rect">
            <a:avLst/>
          </a:prstGeom>
        </p:spPr>
      </p:pic>
      <p:pic>
        <p:nvPicPr>
          <p:cNvPr id="18" name="Рисунок 17">
            <a:extLst>
              <a:ext uri="{FF2B5EF4-FFF2-40B4-BE49-F238E27FC236}">
                <a16:creationId xmlns:a16="http://schemas.microsoft.com/office/drawing/2014/main" id="{7F124390-749F-33A9-F7AF-5433FB3CE4C5}"/>
              </a:ext>
            </a:extLst>
          </p:cNvPr>
          <p:cNvPicPr>
            <a:picLocks noChangeAspect="1"/>
          </p:cNvPicPr>
          <p:nvPr userDrawn="1"/>
        </p:nvPicPr>
        <p:blipFill>
          <a:blip>
            <a:extLst>
              <a:ext uri="{96DAC541-7B7A-43D3-8B79-37D633B846F1}">
                <asvg:svgBlip xmlns:asvg="http://schemas.microsoft.com/office/drawing/2016/SVG/main" r:embed="rId3"/>
              </a:ext>
            </a:extLst>
          </a:blip>
          <a:srcRect r="56481" b="-25761"/>
          <a:stretch>
            <a:fillRect/>
          </a:stretch>
        </p:blipFill>
        <p:spPr>
          <a:xfrm>
            <a:off x="349409" y="6581326"/>
            <a:ext cx="933615" cy="117924"/>
          </a:xfrm>
          <a:prstGeom prst="rect">
            <a:avLst/>
          </a:prstGeom>
        </p:spPr>
      </p:pic>
      <p:pic>
        <p:nvPicPr>
          <p:cNvPr id="19" name="Рисунок 18">
            <a:extLst>
              <a:ext uri="{FF2B5EF4-FFF2-40B4-BE49-F238E27FC236}">
                <a16:creationId xmlns:a16="http://schemas.microsoft.com/office/drawing/2014/main" id="{7DFDF405-46B9-56AA-57CB-0552C9E394F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335347" y="6584501"/>
            <a:ext cx="1231140" cy="92013"/>
          </a:xfrm>
          <a:prstGeom prst="rect">
            <a:avLst/>
          </a:prstGeom>
        </p:spPr>
      </p:pic>
      <p:sp>
        <p:nvSpPr>
          <p:cNvPr id="20" name="TextBox 19">
            <a:extLst>
              <a:ext uri="{FF2B5EF4-FFF2-40B4-BE49-F238E27FC236}">
                <a16:creationId xmlns:a16="http://schemas.microsoft.com/office/drawing/2014/main" id="{F9C95563-8B0F-D36C-345E-BE46D83C2DD7}"/>
              </a:ext>
            </a:extLst>
          </p:cNvPr>
          <p:cNvSpPr txBox="1"/>
          <p:nvPr userDrawn="1"/>
        </p:nvSpPr>
        <p:spPr>
          <a:xfrm>
            <a:off x="2899821" y="6538543"/>
            <a:ext cx="5455224"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100000"/>
              </a:lnSpc>
              <a:spcBef>
                <a:spcPts val="0"/>
              </a:spcBef>
              <a:spcAft>
                <a:spcPts val="0"/>
              </a:spcAft>
              <a:buClrTx/>
              <a:buSzTx/>
              <a:buFontTx/>
              <a:buNone/>
              <a:tabLst/>
            </a:pPr>
            <a:r>
              <a:rPr kumimoji="0" lang="ru-RU" sz="1000" b="0" i="0" u="none" strike="noStrike" cap="none" spc="0" normalizeH="0" baseline="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rPr>
              <a:t>НЕТВОРКИНГ–КОНФЕРЕНЦИЯ</a:t>
            </a:r>
            <a:endParaRPr kumimoji="0" lang="ru-RU" sz="1000" b="0" i="0" u="none" strike="noStrike" cap="none" spc="0" normalizeH="0" baseline="0" dirty="0">
              <a:ln>
                <a:noFill/>
              </a:ln>
              <a:solidFill>
                <a:schemeClr val="bg1">
                  <a:alpha val="45000"/>
                </a:schemeClr>
              </a:solidFill>
              <a:effectLst/>
              <a:uFillTx/>
              <a:latin typeface="Arial" panose="020B0604020202020204" pitchFamily="34" charset="0"/>
              <a:ea typeface="+mn-ea"/>
              <a:cs typeface="Arial" panose="020B0604020202020204" pitchFamily="34" charset="0"/>
              <a:sym typeface="Helvetica Neue"/>
            </a:endParaRPr>
          </a:p>
        </p:txBody>
      </p:sp>
      <p:pic>
        <p:nvPicPr>
          <p:cNvPr id="21" name="Рисунок 20">
            <a:extLst>
              <a:ext uri="{FF2B5EF4-FFF2-40B4-BE49-F238E27FC236}">
                <a16:creationId xmlns:a16="http://schemas.microsoft.com/office/drawing/2014/main" id="{E42C160E-DCB4-CB8F-6D79-1DCBFD4839D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83929" y="6563832"/>
            <a:ext cx="133350" cy="133350"/>
          </a:xfrm>
          <a:prstGeom prst="rect">
            <a:avLst/>
          </a:prstGeom>
        </p:spPr>
      </p:pic>
    </p:spTree>
    <p:extLst>
      <p:ext uri="{BB962C8B-B14F-4D97-AF65-F5344CB8AC3E}">
        <p14:creationId xmlns:p14="http://schemas.microsoft.com/office/powerpoint/2010/main" val="3912826"/>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3_Титульный слайд копия">
    <p:bg>
      <p:bgPr>
        <a:gradFill>
          <a:gsLst>
            <a:gs pos="0">
              <a:srgbClr val="003E44"/>
            </a:gs>
            <a:gs pos="98000">
              <a:srgbClr val="040F1A"/>
            </a:gs>
          </a:gsLst>
          <a:lin ang="6600000" scaled="0"/>
        </a:gradFill>
        <a:effectLst/>
      </p:bgPr>
    </p:bg>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C5957B09-B5B7-CFBA-9857-E1F73271A53D}"/>
              </a:ext>
            </a:extLst>
          </p:cNvPr>
          <p:cNvPicPr>
            <a:picLocks noChangeAspect="1"/>
          </p:cNvPicPr>
          <p:nvPr userDrawn="1"/>
        </p:nvPicPr>
        <p:blipFill>
          <a:blip r:embed="rId2">
            <a:extLst>
              <a:ext uri="{28A0092B-C50C-407E-A947-70E740481C1C}">
                <a14:useLocalDpi xmlns:a14="http://schemas.microsoft.com/office/drawing/2010/main" val="0"/>
              </a:ext>
            </a:extLst>
          </a:blip>
          <a:srcRect t="11311" r="11311"/>
          <a:stretch>
            <a:fillRect/>
          </a:stretch>
        </p:blipFill>
        <p:spPr>
          <a:xfrm>
            <a:off x="-1" y="0"/>
            <a:ext cx="12192001" cy="6858000"/>
          </a:xfrm>
          <a:prstGeom prst="rect">
            <a:avLst/>
          </a:prstGeom>
        </p:spPr>
      </p:pic>
      <p:pic>
        <p:nvPicPr>
          <p:cNvPr id="12" name="Рисунок 11">
            <a:extLst>
              <a:ext uri="{FF2B5EF4-FFF2-40B4-BE49-F238E27FC236}">
                <a16:creationId xmlns:a16="http://schemas.microsoft.com/office/drawing/2014/main" id="{2FC521F1-677F-39BB-82DD-75FBC0466FC0}"/>
              </a:ext>
            </a:extLst>
          </p:cNvPr>
          <p:cNvPicPr>
            <a:picLocks noChangeAspect="1"/>
          </p:cNvPicPr>
          <p:nvPr userDrawn="1"/>
        </p:nvPicPr>
        <p:blipFill>
          <a:blip>
            <a:extLst>
              <a:ext uri="{96DAC541-7B7A-43D3-8B79-37D633B846F1}">
                <asvg:svgBlip xmlns:asvg="http://schemas.microsoft.com/office/drawing/2016/SVG/main" r:embed="rId3"/>
              </a:ext>
            </a:extLst>
          </a:blip>
          <a:srcRect t="38661" r="12960"/>
          <a:stretch>
            <a:fillRect/>
          </a:stretch>
        </p:blipFill>
        <p:spPr>
          <a:xfrm>
            <a:off x="6785112" y="0"/>
            <a:ext cx="5406887" cy="3805156"/>
          </a:xfrm>
          <a:prstGeom prst="rect">
            <a:avLst/>
          </a:prstGeom>
        </p:spPr>
      </p:pic>
      <p:pic>
        <p:nvPicPr>
          <p:cNvPr id="16" name="Рисунок 15">
            <a:extLst>
              <a:ext uri="{FF2B5EF4-FFF2-40B4-BE49-F238E27FC236}">
                <a16:creationId xmlns:a16="http://schemas.microsoft.com/office/drawing/2014/main" id="{AA2B70D3-4F57-DBF2-3F06-D3A5C8F0B06D}"/>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10163" y="765358"/>
            <a:ext cx="3609801" cy="2250499"/>
          </a:xfrm>
          <a:prstGeom prst="rect">
            <a:avLst/>
          </a:prstGeom>
        </p:spPr>
      </p:pic>
      <p:pic>
        <p:nvPicPr>
          <p:cNvPr id="17" name="Рисунок 16">
            <a:extLst>
              <a:ext uri="{FF2B5EF4-FFF2-40B4-BE49-F238E27FC236}">
                <a16:creationId xmlns:a16="http://schemas.microsoft.com/office/drawing/2014/main" id="{AAC68976-8529-59B0-3039-35046BDF98D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985698" y="412004"/>
            <a:ext cx="3886200" cy="469900"/>
          </a:xfrm>
          <a:prstGeom prst="rect">
            <a:avLst/>
          </a:prstGeom>
        </p:spPr>
      </p:pic>
      <p:pic>
        <p:nvPicPr>
          <p:cNvPr id="21" name="Рисунок 20">
            <a:extLst>
              <a:ext uri="{FF2B5EF4-FFF2-40B4-BE49-F238E27FC236}">
                <a16:creationId xmlns:a16="http://schemas.microsoft.com/office/drawing/2014/main" id="{37E44E72-2423-D8DC-AE64-6AF0F695ADAB}"/>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339980" y="406673"/>
            <a:ext cx="2672195" cy="216531"/>
          </a:xfrm>
          <a:prstGeom prst="rect">
            <a:avLst/>
          </a:prstGeom>
        </p:spPr>
      </p:pic>
      <p:sp>
        <p:nvSpPr>
          <p:cNvPr id="32" name="НАЗВАНИЕ ТЕМЫ В РАМКАХ КОНФЕРЕННЦИИ"/>
          <p:cNvSpPr txBox="1">
            <a:spLocks noGrp="1"/>
          </p:cNvSpPr>
          <p:nvPr>
            <p:ph type="body" sz="half" idx="21" hasCustomPrompt="1"/>
          </p:nvPr>
        </p:nvSpPr>
        <p:spPr>
          <a:xfrm>
            <a:off x="446498" y="5910702"/>
            <a:ext cx="1722272" cy="276999"/>
          </a:xfrm>
          <a:prstGeom prst="rect">
            <a:avLst/>
          </a:prstGeom>
        </p:spPr>
        <p:txBody>
          <a:bodyPr wrap="square" anchor="ctr">
            <a:spAutoFit/>
          </a:bodyPr>
          <a:lstStyle>
            <a:lvl1pPr defTabSz="1219139">
              <a:defRPr sz="1200" b="0">
                <a:solidFill>
                  <a:srgbClr val="FFFFFF"/>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lang="ru-RU" dirty="0"/>
              <a:t>+7 999 999 99 99</a:t>
            </a:r>
            <a:endParaRPr dirty="0"/>
          </a:p>
        </p:txBody>
      </p:sp>
      <p:sp>
        <p:nvSpPr>
          <p:cNvPr id="2" name="НАЗВАНИЕ ТЕМЫ В РАМКАХ КОНФЕРЕННЦИИ">
            <a:extLst>
              <a:ext uri="{FF2B5EF4-FFF2-40B4-BE49-F238E27FC236}">
                <a16:creationId xmlns:a16="http://schemas.microsoft.com/office/drawing/2014/main" id="{8A7EB033-AA0F-63A3-57F8-D910471B1FE2}"/>
              </a:ext>
            </a:extLst>
          </p:cNvPr>
          <p:cNvSpPr txBox="1">
            <a:spLocks noGrp="1"/>
          </p:cNvSpPr>
          <p:nvPr>
            <p:ph type="body" sz="half" idx="22" hasCustomPrompt="1"/>
          </p:nvPr>
        </p:nvSpPr>
        <p:spPr>
          <a:xfrm>
            <a:off x="446498" y="5518275"/>
            <a:ext cx="1722272" cy="261610"/>
          </a:xfrm>
          <a:prstGeom prst="rect">
            <a:avLst/>
          </a:prstGeom>
        </p:spPr>
        <p:txBody>
          <a:bodyPr wrap="square" anchor="ctr">
            <a:spAutoFit/>
          </a:bodyPr>
          <a:lstStyle>
            <a:lvl1pPr defTabSz="1219139">
              <a:defRPr sz="1050" b="1">
                <a:solidFill>
                  <a:srgbClr val="FFFFFF">
                    <a:alpha val="68853"/>
                  </a:srgbClr>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lang="ru-RU" dirty="0"/>
              <a:t>ТЕЛ.</a:t>
            </a:r>
          </a:p>
        </p:txBody>
      </p:sp>
      <p:sp>
        <p:nvSpPr>
          <p:cNvPr id="3" name="НАЗВАНИЕ ТЕМЫ В РАМКАХ КОНФЕРЕННЦИИ">
            <a:extLst>
              <a:ext uri="{FF2B5EF4-FFF2-40B4-BE49-F238E27FC236}">
                <a16:creationId xmlns:a16="http://schemas.microsoft.com/office/drawing/2014/main" id="{81821AC9-157E-DEA7-C964-DE11FCA840AE}"/>
              </a:ext>
            </a:extLst>
          </p:cNvPr>
          <p:cNvSpPr txBox="1">
            <a:spLocks noGrp="1"/>
          </p:cNvSpPr>
          <p:nvPr>
            <p:ph type="body" sz="half" idx="23" hasCustomPrompt="1"/>
          </p:nvPr>
        </p:nvSpPr>
        <p:spPr>
          <a:xfrm>
            <a:off x="2287022" y="5910702"/>
            <a:ext cx="2015346" cy="276999"/>
          </a:xfrm>
          <a:prstGeom prst="rect">
            <a:avLst/>
          </a:prstGeom>
        </p:spPr>
        <p:txBody>
          <a:bodyPr wrap="square" anchor="ctr">
            <a:spAutoFit/>
          </a:bodyPr>
          <a:lstStyle>
            <a:lvl1pPr defTabSz="1219139">
              <a:defRPr sz="1200" b="0">
                <a:solidFill>
                  <a:srgbClr val="FFFFFF"/>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lang="en-US" dirty="0"/>
              <a:t>example@mail.ru</a:t>
            </a:r>
            <a:endParaRPr dirty="0"/>
          </a:p>
        </p:txBody>
      </p:sp>
      <p:sp>
        <p:nvSpPr>
          <p:cNvPr id="4" name="НАЗВАНИЕ ТЕМЫ В РАМКАХ КОНФЕРЕННЦИИ">
            <a:extLst>
              <a:ext uri="{FF2B5EF4-FFF2-40B4-BE49-F238E27FC236}">
                <a16:creationId xmlns:a16="http://schemas.microsoft.com/office/drawing/2014/main" id="{96749AD4-F1D8-768C-EA18-1921195442E3}"/>
              </a:ext>
            </a:extLst>
          </p:cNvPr>
          <p:cNvSpPr txBox="1">
            <a:spLocks noGrp="1"/>
          </p:cNvSpPr>
          <p:nvPr>
            <p:ph type="body" sz="half" idx="24" hasCustomPrompt="1"/>
          </p:nvPr>
        </p:nvSpPr>
        <p:spPr>
          <a:xfrm>
            <a:off x="2287022" y="5518275"/>
            <a:ext cx="2015346" cy="261610"/>
          </a:xfrm>
          <a:prstGeom prst="rect">
            <a:avLst/>
          </a:prstGeom>
        </p:spPr>
        <p:txBody>
          <a:bodyPr wrap="square" anchor="ctr">
            <a:spAutoFit/>
          </a:bodyPr>
          <a:lstStyle>
            <a:lvl1pPr defTabSz="1219139">
              <a:defRPr sz="1050" b="1">
                <a:solidFill>
                  <a:srgbClr val="FFFFFF">
                    <a:alpha val="68853"/>
                  </a:srgbClr>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lang="en-US" dirty="0"/>
              <a:t>E-MAIL</a:t>
            </a:r>
            <a:endParaRPr lang="ru-RU" dirty="0"/>
          </a:p>
        </p:txBody>
      </p:sp>
      <p:sp>
        <p:nvSpPr>
          <p:cNvPr id="8" name="Изображение">
            <a:extLst>
              <a:ext uri="{FF2B5EF4-FFF2-40B4-BE49-F238E27FC236}">
                <a16:creationId xmlns:a16="http://schemas.microsoft.com/office/drawing/2014/main" id="{0B9A3E66-43F1-404F-B1C3-EB5397C14662}"/>
              </a:ext>
            </a:extLst>
          </p:cNvPr>
          <p:cNvSpPr>
            <a:spLocks noGrp="1"/>
          </p:cNvSpPr>
          <p:nvPr>
            <p:ph type="pic" sz="quarter" idx="27" hasCustomPrompt="1"/>
          </p:nvPr>
        </p:nvSpPr>
        <p:spPr>
          <a:xfrm>
            <a:off x="446497" y="3807443"/>
            <a:ext cx="923044" cy="923044"/>
          </a:xfrm>
          <a:prstGeom prst="ellipse">
            <a:avLst/>
          </a:prstGeom>
          <a:blipFill>
            <a:blip r:embed="rId7"/>
            <a:tile tx="0" ty="0" sx="100000" sy="100000" flip="none" algn="tl"/>
          </a:blipFill>
        </p:spPr>
        <p:txBody>
          <a:bodyPr lIns="91439" tIns="45719" rIns="91439" bIns="45719" anchor="ctr">
            <a:noAutofit/>
          </a:bodyPr>
          <a:lstStyle>
            <a:lvl1pPr algn="ctr">
              <a:defRPr sz="900">
                <a:solidFill>
                  <a:schemeClr val="bg1"/>
                </a:solidFill>
              </a:defRPr>
            </a:lvl1pPr>
          </a:lstStyle>
          <a:p>
            <a:r>
              <a:rPr lang="ru-RU" dirty="0"/>
              <a:t>Фото</a:t>
            </a:r>
            <a:endParaRPr dirty="0"/>
          </a:p>
        </p:txBody>
      </p:sp>
      <p:sp>
        <p:nvSpPr>
          <p:cNvPr id="9" name="ИМЯ СПИКЕРА">
            <a:extLst>
              <a:ext uri="{FF2B5EF4-FFF2-40B4-BE49-F238E27FC236}">
                <a16:creationId xmlns:a16="http://schemas.microsoft.com/office/drawing/2014/main" id="{657A216E-38B0-D8FE-C9DB-2EA6294E1E69}"/>
              </a:ext>
            </a:extLst>
          </p:cNvPr>
          <p:cNvSpPr txBox="1">
            <a:spLocks noGrp="1"/>
          </p:cNvSpPr>
          <p:nvPr>
            <p:ph type="body" sz="quarter" idx="28" hasCustomPrompt="1"/>
          </p:nvPr>
        </p:nvSpPr>
        <p:spPr>
          <a:xfrm>
            <a:off x="1596916" y="3895771"/>
            <a:ext cx="2705454" cy="407932"/>
          </a:xfrm>
          <a:prstGeom prst="rect">
            <a:avLst/>
          </a:prstGeom>
        </p:spPr>
        <p:txBody>
          <a:bodyPr wrap="square" anchor="ctr">
            <a:spAutoFit/>
          </a:bodyPr>
          <a:lstStyle>
            <a:lvl1pPr defTabSz="1219139">
              <a:defRPr sz="2051" b="0">
                <a:solidFill>
                  <a:srgbClr val="FFFFFF"/>
                </a:solidFill>
                <a:latin typeface="Arial" panose="020B0604020202020204" pitchFamily="34" charset="0"/>
                <a:ea typeface="Arial" panose="020B0604020202020204" pitchFamily="34" charset="0"/>
                <a:cs typeface="Arial" panose="020B0604020202020204" pitchFamily="34" charset="0"/>
                <a:sym typeface="IBM Plex Sans Medium"/>
              </a:defRPr>
            </a:lvl1pPr>
          </a:lstStyle>
          <a:p>
            <a:r>
              <a:t>ИМЯ СПИКЕРА</a:t>
            </a:r>
          </a:p>
        </p:txBody>
      </p:sp>
      <p:sp>
        <p:nvSpPr>
          <p:cNvPr id="10" name="Компания, Должность">
            <a:extLst>
              <a:ext uri="{FF2B5EF4-FFF2-40B4-BE49-F238E27FC236}">
                <a16:creationId xmlns:a16="http://schemas.microsoft.com/office/drawing/2014/main" id="{B0A89D4C-918E-A2BC-4A14-CD3E37108274}"/>
              </a:ext>
            </a:extLst>
          </p:cNvPr>
          <p:cNvSpPr txBox="1">
            <a:spLocks noGrp="1"/>
          </p:cNvSpPr>
          <p:nvPr>
            <p:ph type="body" sz="quarter" idx="29" hasCustomPrompt="1"/>
          </p:nvPr>
        </p:nvSpPr>
        <p:spPr>
          <a:xfrm>
            <a:off x="1596914" y="4272387"/>
            <a:ext cx="2705454" cy="276999"/>
          </a:xfrm>
          <a:prstGeom prst="rect">
            <a:avLst/>
          </a:prstGeom>
        </p:spPr>
        <p:txBody>
          <a:bodyPr wrap="square" anchor="ctr">
            <a:spAutoFit/>
          </a:bodyPr>
          <a:lstStyle>
            <a:lvl1pPr defTabSz="1219139">
              <a:defRPr sz="1200" b="0">
                <a:solidFill>
                  <a:srgbClr val="FFFFFF"/>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t>Компания, Должность</a:t>
            </a:r>
          </a:p>
        </p:txBody>
      </p:sp>
      <p:sp>
        <p:nvSpPr>
          <p:cNvPr id="13" name="Изображение">
            <a:extLst>
              <a:ext uri="{FF2B5EF4-FFF2-40B4-BE49-F238E27FC236}">
                <a16:creationId xmlns:a16="http://schemas.microsoft.com/office/drawing/2014/main" id="{BC74DF5F-9FB0-E36C-C715-D8A8FA1CBB55}"/>
              </a:ext>
            </a:extLst>
          </p:cNvPr>
          <p:cNvSpPr>
            <a:spLocks noGrp="1"/>
          </p:cNvSpPr>
          <p:nvPr>
            <p:ph type="pic" sz="quarter" idx="30" hasCustomPrompt="1"/>
          </p:nvPr>
        </p:nvSpPr>
        <p:spPr>
          <a:xfrm>
            <a:off x="10188275" y="4865077"/>
            <a:ext cx="1392995" cy="1392995"/>
          </a:xfrm>
          <a:prstGeom prst="roundRect">
            <a:avLst>
              <a:gd name="adj" fmla="val 8005"/>
            </a:avLst>
          </a:prstGeom>
          <a:blipFill>
            <a:blip r:embed="rId7"/>
            <a:tile tx="0" ty="0" sx="100000" sy="100000" flip="none" algn="tl"/>
          </a:blipFill>
        </p:spPr>
        <p:txBody>
          <a:bodyPr lIns="91439" tIns="45719" rIns="91439" bIns="45719" anchor="ctr">
            <a:noAutofit/>
          </a:bodyPr>
          <a:lstStyle>
            <a:lvl1pPr algn="ctr">
              <a:defRPr sz="900">
                <a:solidFill>
                  <a:schemeClr val="bg1"/>
                </a:solidFill>
              </a:defRPr>
            </a:lvl1pPr>
          </a:lstStyle>
          <a:p>
            <a:r>
              <a:rPr lang="en" dirty="0"/>
              <a:t>QR 2</a:t>
            </a:r>
            <a:endParaRPr dirty="0"/>
          </a:p>
        </p:txBody>
      </p:sp>
      <p:sp>
        <p:nvSpPr>
          <p:cNvPr id="15" name="Изображение">
            <a:extLst>
              <a:ext uri="{FF2B5EF4-FFF2-40B4-BE49-F238E27FC236}">
                <a16:creationId xmlns:a16="http://schemas.microsoft.com/office/drawing/2014/main" id="{12D91A22-C548-AE73-6770-D4D7DEAFDAE1}"/>
              </a:ext>
            </a:extLst>
          </p:cNvPr>
          <p:cNvSpPr>
            <a:spLocks noGrp="1"/>
          </p:cNvSpPr>
          <p:nvPr>
            <p:ph type="pic" sz="quarter" idx="31" hasCustomPrompt="1"/>
          </p:nvPr>
        </p:nvSpPr>
        <p:spPr>
          <a:xfrm>
            <a:off x="8595987" y="4865077"/>
            <a:ext cx="1392995" cy="1392995"/>
          </a:xfrm>
          <a:prstGeom prst="roundRect">
            <a:avLst>
              <a:gd name="adj" fmla="val 8005"/>
            </a:avLst>
          </a:prstGeom>
          <a:blipFill>
            <a:blip r:embed="rId7"/>
            <a:tile tx="0" ty="0" sx="100000" sy="100000" flip="none" algn="tl"/>
          </a:blipFill>
        </p:spPr>
        <p:txBody>
          <a:bodyPr lIns="91439" tIns="45719" rIns="91439" bIns="45719" anchor="ctr">
            <a:noAutofit/>
          </a:bodyPr>
          <a:lstStyle>
            <a:lvl1pPr algn="ctr">
              <a:defRPr sz="900">
                <a:solidFill>
                  <a:schemeClr val="bg1"/>
                </a:solidFill>
              </a:defRPr>
            </a:lvl1pPr>
          </a:lstStyle>
          <a:p>
            <a:r>
              <a:rPr lang="en" dirty="0"/>
              <a:t>QR 1</a:t>
            </a:r>
            <a:endParaRPr dirty="0"/>
          </a:p>
        </p:txBody>
      </p:sp>
      <p:sp>
        <p:nvSpPr>
          <p:cNvPr id="18" name="НАЗВАНИЕ ТЕМЫ В РАМКАХ КОНФЕРЕННЦИИ">
            <a:extLst>
              <a:ext uri="{FF2B5EF4-FFF2-40B4-BE49-F238E27FC236}">
                <a16:creationId xmlns:a16="http://schemas.microsoft.com/office/drawing/2014/main" id="{D3F99EE1-7EB0-9083-2DF8-4514AEA419A5}"/>
              </a:ext>
            </a:extLst>
          </p:cNvPr>
          <p:cNvSpPr txBox="1">
            <a:spLocks noGrp="1"/>
          </p:cNvSpPr>
          <p:nvPr>
            <p:ph type="body" sz="half" idx="32" hasCustomPrompt="1"/>
          </p:nvPr>
        </p:nvSpPr>
        <p:spPr>
          <a:xfrm>
            <a:off x="8576360" y="4410887"/>
            <a:ext cx="1394209" cy="253916"/>
          </a:xfrm>
          <a:prstGeom prst="rect">
            <a:avLst/>
          </a:prstGeom>
        </p:spPr>
        <p:txBody>
          <a:bodyPr wrap="square" anchor="ctr">
            <a:spAutoFit/>
          </a:bodyPr>
          <a:lstStyle>
            <a:lvl1pPr algn="ctr" defTabSz="1219139">
              <a:defRPr sz="1050" b="0">
                <a:solidFill>
                  <a:srgbClr val="FFFFFF"/>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lang="ru-RU" dirty="0"/>
              <a:t>Подпись к </a:t>
            </a:r>
            <a:r>
              <a:rPr lang="en" dirty="0"/>
              <a:t>QR </a:t>
            </a:r>
            <a:r>
              <a:rPr lang="ru-RU" dirty="0"/>
              <a:t>1</a:t>
            </a:r>
          </a:p>
        </p:txBody>
      </p:sp>
      <p:sp>
        <p:nvSpPr>
          <p:cNvPr id="19" name="НАЗВАНИЕ ТЕМЫ В РАМКАХ КОНФЕРЕННЦИИ">
            <a:extLst>
              <a:ext uri="{FF2B5EF4-FFF2-40B4-BE49-F238E27FC236}">
                <a16:creationId xmlns:a16="http://schemas.microsoft.com/office/drawing/2014/main" id="{FF121D41-BE01-A341-2933-C6D624926F8E}"/>
              </a:ext>
            </a:extLst>
          </p:cNvPr>
          <p:cNvSpPr txBox="1">
            <a:spLocks noGrp="1"/>
          </p:cNvSpPr>
          <p:nvPr>
            <p:ph type="body" sz="half" idx="33" hasCustomPrompt="1"/>
          </p:nvPr>
        </p:nvSpPr>
        <p:spPr>
          <a:xfrm>
            <a:off x="10188275" y="4399346"/>
            <a:ext cx="1394208" cy="253916"/>
          </a:xfrm>
          <a:prstGeom prst="rect">
            <a:avLst/>
          </a:prstGeom>
        </p:spPr>
        <p:txBody>
          <a:bodyPr wrap="square" anchor="ctr">
            <a:spAutoFit/>
          </a:bodyPr>
          <a:lstStyle>
            <a:lvl1pPr algn="ctr" defTabSz="1219139">
              <a:defRPr sz="1050" b="0">
                <a:solidFill>
                  <a:srgbClr val="FFFFFF"/>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lang="ru-RU" dirty="0"/>
              <a:t>Подпись к </a:t>
            </a:r>
            <a:r>
              <a:rPr lang="en" dirty="0"/>
              <a:t>QR </a:t>
            </a:r>
            <a:r>
              <a:rPr lang="ru-RU" dirty="0"/>
              <a:t>2</a:t>
            </a:r>
          </a:p>
        </p:txBody>
      </p:sp>
      <p:sp>
        <p:nvSpPr>
          <p:cNvPr id="20" name="Изображение">
            <a:extLst>
              <a:ext uri="{FF2B5EF4-FFF2-40B4-BE49-F238E27FC236}">
                <a16:creationId xmlns:a16="http://schemas.microsoft.com/office/drawing/2014/main" id="{2BCD8BA0-E9C2-D1D8-E547-A4C1E3CAC12C}"/>
              </a:ext>
            </a:extLst>
          </p:cNvPr>
          <p:cNvSpPr>
            <a:spLocks noGrp="1"/>
          </p:cNvSpPr>
          <p:nvPr>
            <p:ph type="pic" sz="quarter" idx="34" hasCustomPrompt="1"/>
          </p:nvPr>
        </p:nvSpPr>
        <p:spPr>
          <a:xfrm>
            <a:off x="10398369" y="1469098"/>
            <a:ext cx="1217985" cy="1217985"/>
          </a:xfrm>
          <a:prstGeom prst="roundRect">
            <a:avLst/>
          </a:prstGeom>
          <a:blipFill>
            <a:blip r:embed="rId7"/>
            <a:tile tx="0" ty="0" sx="100000" sy="100000" flip="none" algn="tl"/>
          </a:blipFill>
        </p:spPr>
        <p:txBody>
          <a:bodyPr lIns="91439" tIns="45719" rIns="91439" bIns="45719" anchor="ctr">
            <a:noAutofit/>
          </a:bodyPr>
          <a:lstStyle>
            <a:lvl1pPr algn="ctr">
              <a:defRPr sz="900">
                <a:solidFill>
                  <a:schemeClr val="bg1"/>
                </a:solidFill>
              </a:defRPr>
            </a:lvl1pPr>
          </a:lstStyle>
          <a:p>
            <a:r>
              <a:rPr lang="ru-RU" dirty="0"/>
              <a:t>Логотип</a:t>
            </a:r>
            <a:endParaRPr dirty="0"/>
          </a:p>
        </p:txBody>
      </p:sp>
    </p:spTree>
    <p:extLst>
      <p:ext uri="{BB962C8B-B14F-4D97-AF65-F5344CB8AC3E}">
        <p14:creationId xmlns:p14="http://schemas.microsoft.com/office/powerpoint/2010/main" val="3257320303"/>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Титульный слайд копия">
    <p:bg>
      <p:bgPr>
        <a:gradFill>
          <a:gsLst>
            <a:gs pos="0">
              <a:srgbClr val="003E44"/>
            </a:gs>
            <a:gs pos="98000">
              <a:srgbClr val="040F1A"/>
            </a:gs>
          </a:gsLst>
          <a:lin ang="6600000" scaled="0"/>
        </a:gradFill>
        <a:effectLst/>
      </p:bgPr>
    </p:bg>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C5957B09-B5B7-CFBA-9857-E1F73271A53D}"/>
              </a:ext>
            </a:extLst>
          </p:cNvPr>
          <p:cNvPicPr>
            <a:picLocks noChangeAspect="1"/>
          </p:cNvPicPr>
          <p:nvPr userDrawn="1"/>
        </p:nvPicPr>
        <p:blipFill>
          <a:blip r:embed="rId2">
            <a:extLst>
              <a:ext uri="{28A0092B-C50C-407E-A947-70E740481C1C}">
                <a14:useLocalDpi xmlns:a14="http://schemas.microsoft.com/office/drawing/2010/main" val="0"/>
              </a:ext>
            </a:extLst>
          </a:blip>
          <a:srcRect t="11311" r="11311"/>
          <a:stretch>
            <a:fillRect/>
          </a:stretch>
        </p:blipFill>
        <p:spPr>
          <a:xfrm>
            <a:off x="-1" y="0"/>
            <a:ext cx="12192001" cy="6858000"/>
          </a:xfrm>
          <a:prstGeom prst="rect">
            <a:avLst/>
          </a:prstGeom>
        </p:spPr>
      </p:pic>
      <p:pic>
        <p:nvPicPr>
          <p:cNvPr id="12" name="Рисунок 11">
            <a:extLst>
              <a:ext uri="{FF2B5EF4-FFF2-40B4-BE49-F238E27FC236}">
                <a16:creationId xmlns:a16="http://schemas.microsoft.com/office/drawing/2014/main" id="{2FC521F1-677F-39BB-82DD-75FBC0466FC0}"/>
              </a:ext>
            </a:extLst>
          </p:cNvPr>
          <p:cNvPicPr>
            <a:picLocks noChangeAspect="1"/>
          </p:cNvPicPr>
          <p:nvPr userDrawn="1"/>
        </p:nvPicPr>
        <p:blipFill>
          <a:blip>
            <a:extLst>
              <a:ext uri="{96DAC541-7B7A-43D3-8B79-37D633B846F1}">
                <asvg:svgBlip xmlns:asvg="http://schemas.microsoft.com/office/drawing/2016/SVG/main" r:embed="rId3"/>
              </a:ext>
            </a:extLst>
          </a:blip>
          <a:srcRect t="38661" r="12960"/>
          <a:stretch>
            <a:fillRect/>
          </a:stretch>
        </p:blipFill>
        <p:spPr>
          <a:xfrm>
            <a:off x="6785112" y="0"/>
            <a:ext cx="5406887" cy="3805156"/>
          </a:xfrm>
          <a:prstGeom prst="rect">
            <a:avLst/>
          </a:prstGeom>
        </p:spPr>
      </p:pic>
      <p:pic>
        <p:nvPicPr>
          <p:cNvPr id="16" name="Рисунок 15">
            <a:extLst>
              <a:ext uri="{FF2B5EF4-FFF2-40B4-BE49-F238E27FC236}">
                <a16:creationId xmlns:a16="http://schemas.microsoft.com/office/drawing/2014/main" id="{AA2B70D3-4F57-DBF2-3F06-D3A5C8F0B06D}"/>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10163" y="765358"/>
            <a:ext cx="3609801" cy="2250499"/>
          </a:xfrm>
          <a:prstGeom prst="rect">
            <a:avLst/>
          </a:prstGeom>
        </p:spPr>
      </p:pic>
      <p:pic>
        <p:nvPicPr>
          <p:cNvPr id="17" name="Рисунок 16">
            <a:extLst>
              <a:ext uri="{FF2B5EF4-FFF2-40B4-BE49-F238E27FC236}">
                <a16:creationId xmlns:a16="http://schemas.microsoft.com/office/drawing/2014/main" id="{AAC68976-8529-59B0-3039-35046BDF98D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985698" y="412004"/>
            <a:ext cx="3886200" cy="469900"/>
          </a:xfrm>
          <a:prstGeom prst="rect">
            <a:avLst/>
          </a:prstGeom>
        </p:spPr>
      </p:pic>
      <p:pic>
        <p:nvPicPr>
          <p:cNvPr id="21" name="Рисунок 20">
            <a:extLst>
              <a:ext uri="{FF2B5EF4-FFF2-40B4-BE49-F238E27FC236}">
                <a16:creationId xmlns:a16="http://schemas.microsoft.com/office/drawing/2014/main" id="{37E44E72-2423-D8DC-AE64-6AF0F695ADAB}"/>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339980" y="406673"/>
            <a:ext cx="2672195" cy="216531"/>
          </a:xfrm>
          <a:prstGeom prst="rect">
            <a:avLst/>
          </a:prstGeom>
        </p:spPr>
      </p:pic>
      <p:sp>
        <p:nvSpPr>
          <p:cNvPr id="13" name="Изображение">
            <a:extLst>
              <a:ext uri="{FF2B5EF4-FFF2-40B4-BE49-F238E27FC236}">
                <a16:creationId xmlns:a16="http://schemas.microsoft.com/office/drawing/2014/main" id="{BC74DF5F-9FB0-E36C-C715-D8A8FA1CBB55}"/>
              </a:ext>
            </a:extLst>
          </p:cNvPr>
          <p:cNvSpPr>
            <a:spLocks noGrp="1"/>
          </p:cNvSpPr>
          <p:nvPr>
            <p:ph type="pic" sz="quarter" idx="30" hasCustomPrompt="1"/>
          </p:nvPr>
        </p:nvSpPr>
        <p:spPr>
          <a:xfrm>
            <a:off x="10188275" y="4865077"/>
            <a:ext cx="1392995" cy="1392995"/>
          </a:xfrm>
          <a:prstGeom prst="roundRect">
            <a:avLst>
              <a:gd name="adj" fmla="val 8005"/>
            </a:avLst>
          </a:prstGeom>
          <a:blipFill>
            <a:blip r:embed="rId7"/>
            <a:tile tx="0" ty="0" sx="100000" sy="100000" flip="none" algn="tl"/>
          </a:blipFill>
        </p:spPr>
        <p:txBody>
          <a:bodyPr lIns="91439" tIns="45719" rIns="91439" bIns="45719" anchor="ctr">
            <a:noAutofit/>
          </a:bodyPr>
          <a:lstStyle>
            <a:lvl1pPr algn="ctr">
              <a:defRPr sz="900">
                <a:solidFill>
                  <a:schemeClr val="bg1"/>
                </a:solidFill>
              </a:defRPr>
            </a:lvl1pPr>
          </a:lstStyle>
          <a:p>
            <a:r>
              <a:rPr lang="en" dirty="0"/>
              <a:t>QR 2</a:t>
            </a:r>
            <a:endParaRPr dirty="0"/>
          </a:p>
        </p:txBody>
      </p:sp>
      <p:sp>
        <p:nvSpPr>
          <p:cNvPr id="15" name="Изображение">
            <a:extLst>
              <a:ext uri="{FF2B5EF4-FFF2-40B4-BE49-F238E27FC236}">
                <a16:creationId xmlns:a16="http://schemas.microsoft.com/office/drawing/2014/main" id="{12D91A22-C548-AE73-6770-D4D7DEAFDAE1}"/>
              </a:ext>
            </a:extLst>
          </p:cNvPr>
          <p:cNvSpPr>
            <a:spLocks noGrp="1"/>
          </p:cNvSpPr>
          <p:nvPr>
            <p:ph type="pic" sz="quarter" idx="31" hasCustomPrompt="1"/>
          </p:nvPr>
        </p:nvSpPr>
        <p:spPr>
          <a:xfrm>
            <a:off x="8595987" y="4865077"/>
            <a:ext cx="1392995" cy="1392995"/>
          </a:xfrm>
          <a:prstGeom prst="roundRect">
            <a:avLst>
              <a:gd name="adj" fmla="val 8005"/>
            </a:avLst>
          </a:prstGeom>
          <a:blipFill>
            <a:blip r:embed="rId7"/>
            <a:tile tx="0" ty="0" sx="100000" sy="100000" flip="none" algn="tl"/>
          </a:blipFill>
        </p:spPr>
        <p:txBody>
          <a:bodyPr lIns="91439" tIns="45719" rIns="91439" bIns="45719" anchor="ctr">
            <a:noAutofit/>
          </a:bodyPr>
          <a:lstStyle>
            <a:lvl1pPr algn="ctr">
              <a:defRPr sz="900">
                <a:solidFill>
                  <a:schemeClr val="bg1"/>
                </a:solidFill>
              </a:defRPr>
            </a:lvl1pPr>
          </a:lstStyle>
          <a:p>
            <a:r>
              <a:rPr lang="en" dirty="0"/>
              <a:t>QR 1</a:t>
            </a:r>
            <a:endParaRPr dirty="0"/>
          </a:p>
        </p:txBody>
      </p:sp>
      <p:sp>
        <p:nvSpPr>
          <p:cNvPr id="18" name="НАЗВАНИЕ ТЕМЫ В РАМКАХ КОНФЕРЕННЦИИ">
            <a:extLst>
              <a:ext uri="{FF2B5EF4-FFF2-40B4-BE49-F238E27FC236}">
                <a16:creationId xmlns:a16="http://schemas.microsoft.com/office/drawing/2014/main" id="{D3F99EE1-7EB0-9083-2DF8-4514AEA419A5}"/>
              </a:ext>
            </a:extLst>
          </p:cNvPr>
          <p:cNvSpPr txBox="1">
            <a:spLocks noGrp="1"/>
          </p:cNvSpPr>
          <p:nvPr>
            <p:ph type="body" sz="half" idx="32" hasCustomPrompt="1"/>
          </p:nvPr>
        </p:nvSpPr>
        <p:spPr>
          <a:xfrm>
            <a:off x="8576360" y="4410887"/>
            <a:ext cx="1394209" cy="253916"/>
          </a:xfrm>
          <a:prstGeom prst="rect">
            <a:avLst/>
          </a:prstGeom>
        </p:spPr>
        <p:txBody>
          <a:bodyPr wrap="square" anchor="ctr">
            <a:spAutoFit/>
          </a:bodyPr>
          <a:lstStyle>
            <a:lvl1pPr algn="ctr" defTabSz="1219139">
              <a:defRPr sz="1050" b="0">
                <a:solidFill>
                  <a:srgbClr val="FFFFFF"/>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lang="ru-RU" dirty="0"/>
              <a:t>Подпись к </a:t>
            </a:r>
            <a:r>
              <a:rPr lang="en" dirty="0"/>
              <a:t>QR </a:t>
            </a:r>
            <a:r>
              <a:rPr lang="ru-RU" dirty="0"/>
              <a:t>1</a:t>
            </a:r>
          </a:p>
        </p:txBody>
      </p:sp>
      <p:sp>
        <p:nvSpPr>
          <p:cNvPr id="19" name="НАЗВАНИЕ ТЕМЫ В РАМКАХ КОНФЕРЕННЦИИ">
            <a:extLst>
              <a:ext uri="{FF2B5EF4-FFF2-40B4-BE49-F238E27FC236}">
                <a16:creationId xmlns:a16="http://schemas.microsoft.com/office/drawing/2014/main" id="{FF121D41-BE01-A341-2933-C6D624926F8E}"/>
              </a:ext>
            </a:extLst>
          </p:cNvPr>
          <p:cNvSpPr txBox="1">
            <a:spLocks noGrp="1"/>
          </p:cNvSpPr>
          <p:nvPr>
            <p:ph type="body" sz="half" idx="33" hasCustomPrompt="1"/>
          </p:nvPr>
        </p:nvSpPr>
        <p:spPr>
          <a:xfrm>
            <a:off x="10188275" y="4399346"/>
            <a:ext cx="1394208" cy="253916"/>
          </a:xfrm>
          <a:prstGeom prst="rect">
            <a:avLst/>
          </a:prstGeom>
        </p:spPr>
        <p:txBody>
          <a:bodyPr wrap="square" anchor="ctr">
            <a:spAutoFit/>
          </a:bodyPr>
          <a:lstStyle>
            <a:lvl1pPr algn="ctr" defTabSz="1219139">
              <a:defRPr sz="1050" b="0">
                <a:solidFill>
                  <a:srgbClr val="FFFFFF"/>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lang="ru-RU" dirty="0"/>
              <a:t>Подпись к </a:t>
            </a:r>
            <a:r>
              <a:rPr lang="en" dirty="0"/>
              <a:t>QR </a:t>
            </a:r>
            <a:r>
              <a:rPr lang="ru-RU" dirty="0"/>
              <a:t>2</a:t>
            </a:r>
          </a:p>
        </p:txBody>
      </p:sp>
      <p:sp>
        <p:nvSpPr>
          <p:cNvPr id="20" name="Изображение">
            <a:extLst>
              <a:ext uri="{FF2B5EF4-FFF2-40B4-BE49-F238E27FC236}">
                <a16:creationId xmlns:a16="http://schemas.microsoft.com/office/drawing/2014/main" id="{2BCD8BA0-E9C2-D1D8-E547-A4C1E3CAC12C}"/>
              </a:ext>
            </a:extLst>
          </p:cNvPr>
          <p:cNvSpPr>
            <a:spLocks noGrp="1"/>
          </p:cNvSpPr>
          <p:nvPr>
            <p:ph type="pic" sz="quarter" idx="34" hasCustomPrompt="1"/>
          </p:nvPr>
        </p:nvSpPr>
        <p:spPr>
          <a:xfrm>
            <a:off x="10398369" y="1469098"/>
            <a:ext cx="1217985" cy="1217985"/>
          </a:xfrm>
          <a:prstGeom prst="roundRect">
            <a:avLst/>
          </a:prstGeom>
          <a:blipFill>
            <a:blip r:embed="rId7"/>
            <a:tile tx="0" ty="0" sx="100000" sy="100000" flip="none" algn="tl"/>
          </a:blipFill>
        </p:spPr>
        <p:txBody>
          <a:bodyPr lIns="91439" tIns="45719" rIns="91439" bIns="45719" anchor="ctr">
            <a:noAutofit/>
          </a:bodyPr>
          <a:lstStyle>
            <a:lvl1pPr algn="ctr">
              <a:defRPr sz="900">
                <a:solidFill>
                  <a:schemeClr val="bg1"/>
                </a:solidFill>
              </a:defRPr>
            </a:lvl1pPr>
          </a:lstStyle>
          <a:p>
            <a:r>
              <a:rPr lang="ru-RU" dirty="0"/>
              <a:t>Логотип</a:t>
            </a:r>
            <a:endParaRPr dirty="0"/>
          </a:p>
        </p:txBody>
      </p:sp>
      <p:sp>
        <p:nvSpPr>
          <p:cNvPr id="5" name="НАЗВАНИЕ ТЕМЫ В РАМКАХ КОНФЕРЕННЦИИ">
            <a:extLst>
              <a:ext uri="{FF2B5EF4-FFF2-40B4-BE49-F238E27FC236}">
                <a16:creationId xmlns:a16="http://schemas.microsoft.com/office/drawing/2014/main" id="{3BC0FC68-5E15-6D7F-517C-C23B728AB47E}"/>
              </a:ext>
            </a:extLst>
          </p:cNvPr>
          <p:cNvSpPr txBox="1">
            <a:spLocks noGrp="1"/>
          </p:cNvSpPr>
          <p:nvPr>
            <p:ph type="body" sz="half" idx="21" hasCustomPrompt="1"/>
          </p:nvPr>
        </p:nvSpPr>
        <p:spPr>
          <a:xfrm>
            <a:off x="446498" y="5910702"/>
            <a:ext cx="1722272" cy="276999"/>
          </a:xfrm>
          <a:prstGeom prst="rect">
            <a:avLst/>
          </a:prstGeom>
        </p:spPr>
        <p:txBody>
          <a:bodyPr wrap="square" anchor="ctr">
            <a:spAutoFit/>
          </a:bodyPr>
          <a:lstStyle>
            <a:lvl1pPr defTabSz="1219139">
              <a:defRPr sz="1200" b="0">
                <a:solidFill>
                  <a:srgbClr val="FFFFFF"/>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lang="ru-RU" dirty="0"/>
              <a:t>+7 999 999 99 99</a:t>
            </a:r>
            <a:endParaRPr dirty="0"/>
          </a:p>
        </p:txBody>
      </p:sp>
      <p:sp>
        <p:nvSpPr>
          <p:cNvPr id="7" name="НАЗВАНИЕ ТЕМЫ В РАМКАХ КОНФЕРЕННЦИИ">
            <a:extLst>
              <a:ext uri="{FF2B5EF4-FFF2-40B4-BE49-F238E27FC236}">
                <a16:creationId xmlns:a16="http://schemas.microsoft.com/office/drawing/2014/main" id="{5F06AD07-1871-F64C-123B-52245F334381}"/>
              </a:ext>
            </a:extLst>
          </p:cNvPr>
          <p:cNvSpPr txBox="1">
            <a:spLocks noGrp="1"/>
          </p:cNvSpPr>
          <p:nvPr>
            <p:ph type="body" sz="half" idx="22" hasCustomPrompt="1"/>
          </p:nvPr>
        </p:nvSpPr>
        <p:spPr>
          <a:xfrm>
            <a:off x="446498" y="5518275"/>
            <a:ext cx="1722272" cy="261610"/>
          </a:xfrm>
          <a:prstGeom prst="rect">
            <a:avLst/>
          </a:prstGeom>
        </p:spPr>
        <p:txBody>
          <a:bodyPr wrap="square" anchor="ctr">
            <a:spAutoFit/>
          </a:bodyPr>
          <a:lstStyle>
            <a:lvl1pPr defTabSz="1219139">
              <a:defRPr sz="1050" b="1">
                <a:solidFill>
                  <a:srgbClr val="FFFFFF">
                    <a:alpha val="68853"/>
                  </a:srgbClr>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lang="ru-RU" dirty="0"/>
              <a:t>ТЕЛ.</a:t>
            </a:r>
          </a:p>
        </p:txBody>
      </p:sp>
      <p:sp>
        <p:nvSpPr>
          <p:cNvPr id="11" name="НАЗВАНИЕ ТЕМЫ В РАМКАХ КОНФЕРЕННЦИИ">
            <a:extLst>
              <a:ext uri="{FF2B5EF4-FFF2-40B4-BE49-F238E27FC236}">
                <a16:creationId xmlns:a16="http://schemas.microsoft.com/office/drawing/2014/main" id="{04EFCE75-D45E-6DEC-2923-5CBA96FB497E}"/>
              </a:ext>
            </a:extLst>
          </p:cNvPr>
          <p:cNvSpPr txBox="1">
            <a:spLocks noGrp="1"/>
          </p:cNvSpPr>
          <p:nvPr>
            <p:ph type="body" sz="half" idx="23" hasCustomPrompt="1"/>
          </p:nvPr>
        </p:nvSpPr>
        <p:spPr>
          <a:xfrm>
            <a:off x="2287022" y="5910702"/>
            <a:ext cx="2015346" cy="276999"/>
          </a:xfrm>
          <a:prstGeom prst="rect">
            <a:avLst/>
          </a:prstGeom>
        </p:spPr>
        <p:txBody>
          <a:bodyPr wrap="square" anchor="ctr">
            <a:spAutoFit/>
          </a:bodyPr>
          <a:lstStyle>
            <a:lvl1pPr defTabSz="1219139">
              <a:defRPr sz="1200" b="0">
                <a:solidFill>
                  <a:srgbClr val="FFFFFF"/>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lang="en-US" dirty="0"/>
              <a:t>example@mail.ru</a:t>
            </a:r>
            <a:endParaRPr dirty="0"/>
          </a:p>
        </p:txBody>
      </p:sp>
      <p:sp>
        <p:nvSpPr>
          <p:cNvPr id="14" name="НАЗВАНИЕ ТЕМЫ В РАМКАХ КОНФЕРЕННЦИИ">
            <a:extLst>
              <a:ext uri="{FF2B5EF4-FFF2-40B4-BE49-F238E27FC236}">
                <a16:creationId xmlns:a16="http://schemas.microsoft.com/office/drawing/2014/main" id="{410E4786-1215-6650-2892-E54DE9D3CFB5}"/>
              </a:ext>
            </a:extLst>
          </p:cNvPr>
          <p:cNvSpPr txBox="1">
            <a:spLocks noGrp="1"/>
          </p:cNvSpPr>
          <p:nvPr>
            <p:ph type="body" sz="half" idx="24" hasCustomPrompt="1"/>
          </p:nvPr>
        </p:nvSpPr>
        <p:spPr>
          <a:xfrm>
            <a:off x="2287022" y="5518275"/>
            <a:ext cx="2015346" cy="261610"/>
          </a:xfrm>
          <a:prstGeom prst="rect">
            <a:avLst/>
          </a:prstGeom>
        </p:spPr>
        <p:txBody>
          <a:bodyPr wrap="square" anchor="ctr">
            <a:spAutoFit/>
          </a:bodyPr>
          <a:lstStyle>
            <a:lvl1pPr defTabSz="1219139">
              <a:defRPr sz="1050" b="1">
                <a:solidFill>
                  <a:srgbClr val="FFFFFF">
                    <a:alpha val="68853"/>
                  </a:srgbClr>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lang="en-US" dirty="0"/>
              <a:t>E-MAIL</a:t>
            </a:r>
            <a:endParaRPr lang="ru-RU" dirty="0"/>
          </a:p>
        </p:txBody>
      </p:sp>
      <p:sp>
        <p:nvSpPr>
          <p:cNvPr id="22" name="Изображение">
            <a:extLst>
              <a:ext uri="{FF2B5EF4-FFF2-40B4-BE49-F238E27FC236}">
                <a16:creationId xmlns:a16="http://schemas.microsoft.com/office/drawing/2014/main" id="{2734D9B3-98B0-4FC4-3E1C-29F3268D7783}"/>
              </a:ext>
            </a:extLst>
          </p:cNvPr>
          <p:cNvSpPr>
            <a:spLocks noGrp="1"/>
          </p:cNvSpPr>
          <p:nvPr>
            <p:ph type="pic" sz="quarter" idx="27" hasCustomPrompt="1"/>
          </p:nvPr>
        </p:nvSpPr>
        <p:spPr>
          <a:xfrm>
            <a:off x="446497" y="3807443"/>
            <a:ext cx="923044" cy="923044"/>
          </a:xfrm>
          <a:prstGeom prst="ellipse">
            <a:avLst/>
          </a:prstGeom>
          <a:blipFill>
            <a:blip r:embed="rId7"/>
            <a:tile tx="0" ty="0" sx="100000" sy="100000" flip="none" algn="tl"/>
          </a:blipFill>
        </p:spPr>
        <p:txBody>
          <a:bodyPr lIns="91439" tIns="45719" rIns="91439" bIns="45719" anchor="ctr">
            <a:noAutofit/>
          </a:bodyPr>
          <a:lstStyle>
            <a:lvl1pPr algn="ctr">
              <a:defRPr sz="900">
                <a:solidFill>
                  <a:schemeClr val="bg1"/>
                </a:solidFill>
              </a:defRPr>
            </a:lvl1pPr>
          </a:lstStyle>
          <a:p>
            <a:r>
              <a:rPr lang="ru-RU" dirty="0"/>
              <a:t>Фото</a:t>
            </a:r>
            <a:endParaRPr dirty="0"/>
          </a:p>
        </p:txBody>
      </p:sp>
      <p:sp>
        <p:nvSpPr>
          <p:cNvPr id="23" name="ИМЯ СПИКЕРА">
            <a:extLst>
              <a:ext uri="{FF2B5EF4-FFF2-40B4-BE49-F238E27FC236}">
                <a16:creationId xmlns:a16="http://schemas.microsoft.com/office/drawing/2014/main" id="{237C1392-F607-87FA-3164-144DF581E132}"/>
              </a:ext>
            </a:extLst>
          </p:cNvPr>
          <p:cNvSpPr txBox="1">
            <a:spLocks noGrp="1"/>
          </p:cNvSpPr>
          <p:nvPr>
            <p:ph type="body" sz="quarter" idx="28" hasCustomPrompt="1"/>
          </p:nvPr>
        </p:nvSpPr>
        <p:spPr>
          <a:xfrm>
            <a:off x="1596916" y="3895771"/>
            <a:ext cx="2705454" cy="407932"/>
          </a:xfrm>
          <a:prstGeom prst="rect">
            <a:avLst/>
          </a:prstGeom>
        </p:spPr>
        <p:txBody>
          <a:bodyPr wrap="square" anchor="ctr">
            <a:spAutoFit/>
          </a:bodyPr>
          <a:lstStyle>
            <a:lvl1pPr defTabSz="1219139">
              <a:defRPr sz="2051" b="0">
                <a:solidFill>
                  <a:srgbClr val="FFFFFF"/>
                </a:solidFill>
                <a:latin typeface="Arial" panose="020B0604020202020204" pitchFamily="34" charset="0"/>
                <a:ea typeface="Arial" panose="020B0604020202020204" pitchFamily="34" charset="0"/>
                <a:cs typeface="Arial" panose="020B0604020202020204" pitchFamily="34" charset="0"/>
                <a:sym typeface="IBM Plex Sans Medium"/>
              </a:defRPr>
            </a:lvl1pPr>
          </a:lstStyle>
          <a:p>
            <a:r>
              <a:t>ИМЯ СПИКЕРА</a:t>
            </a:r>
          </a:p>
        </p:txBody>
      </p:sp>
      <p:sp>
        <p:nvSpPr>
          <p:cNvPr id="24" name="Компания, Должность">
            <a:extLst>
              <a:ext uri="{FF2B5EF4-FFF2-40B4-BE49-F238E27FC236}">
                <a16:creationId xmlns:a16="http://schemas.microsoft.com/office/drawing/2014/main" id="{E6549B87-31E4-2516-2C52-6D760AA65567}"/>
              </a:ext>
            </a:extLst>
          </p:cNvPr>
          <p:cNvSpPr txBox="1">
            <a:spLocks noGrp="1"/>
          </p:cNvSpPr>
          <p:nvPr>
            <p:ph type="body" sz="quarter" idx="29" hasCustomPrompt="1"/>
          </p:nvPr>
        </p:nvSpPr>
        <p:spPr>
          <a:xfrm>
            <a:off x="1596914" y="4272387"/>
            <a:ext cx="2705454" cy="276999"/>
          </a:xfrm>
          <a:prstGeom prst="rect">
            <a:avLst/>
          </a:prstGeom>
        </p:spPr>
        <p:txBody>
          <a:bodyPr wrap="square" anchor="ctr">
            <a:spAutoFit/>
          </a:bodyPr>
          <a:lstStyle>
            <a:lvl1pPr defTabSz="1219139">
              <a:defRPr sz="1200" b="0">
                <a:solidFill>
                  <a:srgbClr val="FFFFFF"/>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t>Компания, Должность</a:t>
            </a:r>
          </a:p>
        </p:txBody>
      </p:sp>
      <p:sp>
        <p:nvSpPr>
          <p:cNvPr id="25" name="НАЗВАНИЕ ТЕМЫ В РАМКАХ КОНФЕРЕННЦИИ">
            <a:extLst>
              <a:ext uri="{FF2B5EF4-FFF2-40B4-BE49-F238E27FC236}">
                <a16:creationId xmlns:a16="http://schemas.microsoft.com/office/drawing/2014/main" id="{B364ED86-E703-C77B-154C-C489612BC30D}"/>
              </a:ext>
            </a:extLst>
          </p:cNvPr>
          <p:cNvSpPr txBox="1">
            <a:spLocks noGrp="1"/>
          </p:cNvSpPr>
          <p:nvPr>
            <p:ph type="body" sz="half" idx="35" hasCustomPrompt="1"/>
          </p:nvPr>
        </p:nvSpPr>
        <p:spPr>
          <a:xfrm>
            <a:off x="4522109" y="5910702"/>
            <a:ext cx="1722272" cy="276999"/>
          </a:xfrm>
          <a:prstGeom prst="rect">
            <a:avLst/>
          </a:prstGeom>
        </p:spPr>
        <p:txBody>
          <a:bodyPr wrap="square" anchor="ctr">
            <a:spAutoFit/>
          </a:bodyPr>
          <a:lstStyle>
            <a:lvl1pPr defTabSz="1219139">
              <a:defRPr sz="1200" b="0">
                <a:solidFill>
                  <a:srgbClr val="FFFFFF"/>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lang="ru-RU" dirty="0"/>
              <a:t>+7 999 999 99 99</a:t>
            </a:r>
            <a:endParaRPr dirty="0"/>
          </a:p>
        </p:txBody>
      </p:sp>
      <p:sp>
        <p:nvSpPr>
          <p:cNvPr id="26" name="НАЗВАНИЕ ТЕМЫ В РАМКАХ КОНФЕРЕННЦИИ">
            <a:extLst>
              <a:ext uri="{FF2B5EF4-FFF2-40B4-BE49-F238E27FC236}">
                <a16:creationId xmlns:a16="http://schemas.microsoft.com/office/drawing/2014/main" id="{D104AE84-8CAA-C776-30AF-639F2A74BF3B}"/>
              </a:ext>
            </a:extLst>
          </p:cNvPr>
          <p:cNvSpPr txBox="1">
            <a:spLocks noGrp="1"/>
          </p:cNvSpPr>
          <p:nvPr>
            <p:ph type="body" sz="half" idx="36" hasCustomPrompt="1"/>
          </p:nvPr>
        </p:nvSpPr>
        <p:spPr>
          <a:xfrm>
            <a:off x="4522109" y="5518275"/>
            <a:ext cx="1722272" cy="261610"/>
          </a:xfrm>
          <a:prstGeom prst="rect">
            <a:avLst/>
          </a:prstGeom>
        </p:spPr>
        <p:txBody>
          <a:bodyPr wrap="square" anchor="ctr">
            <a:spAutoFit/>
          </a:bodyPr>
          <a:lstStyle>
            <a:lvl1pPr defTabSz="1219139">
              <a:defRPr sz="1050" b="1">
                <a:solidFill>
                  <a:srgbClr val="FFFFFF">
                    <a:alpha val="68853"/>
                  </a:srgbClr>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lang="ru-RU" dirty="0"/>
              <a:t>ТЕЛ.</a:t>
            </a:r>
          </a:p>
        </p:txBody>
      </p:sp>
      <p:sp>
        <p:nvSpPr>
          <p:cNvPr id="27" name="НАЗВАНИЕ ТЕМЫ В РАМКАХ КОНФЕРЕННЦИИ">
            <a:extLst>
              <a:ext uri="{FF2B5EF4-FFF2-40B4-BE49-F238E27FC236}">
                <a16:creationId xmlns:a16="http://schemas.microsoft.com/office/drawing/2014/main" id="{F98D3D71-2BFA-7006-C69E-766348C7E379}"/>
              </a:ext>
            </a:extLst>
          </p:cNvPr>
          <p:cNvSpPr txBox="1">
            <a:spLocks noGrp="1"/>
          </p:cNvSpPr>
          <p:nvPr>
            <p:ph type="body" sz="half" idx="37" hasCustomPrompt="1"/>
          </p:nvPr>
        </p:nvSpPr>
        <p:spPr>
          <a:xfrm>
            <a:off x="6362633" y="5910702"/>
            <a:ext cx="2015346" cy="276999"/>
          </a:xfrm>
          <a:prstGeom prst="rect">
            <a:avLst/>
          </a:prstGeom>
        </p:spPr>
        <p:txBody>
          <a:bodyPr wrap="square" anchor="ctr">
            <a:spAutoFit/>
          </a:bodyPr>
          <a:lstStyle>
            <a:lvl1pPr defTabSz="1219139">
              <a:defRPr sz="1200" b="0">
                <a:solidFill>
                  <a:srgbClr val="FFFFFF"/>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lang="en-US" dirty="0"/>
              <a:t>example@mail.ru</a:t>
            </a:r>
            <a:endParaRPr dirty="0"/>
          </a:p>
        </p:txBody>
      </p:sp>
      <p:sp>
        <p:nvSpPr>
          <p:cNvPr id="28" name="НАЗВАНИЕ ТЕМЫ В РАМКАХ КОНФЕРЕННЦИИ">
            <a:extLst>
              <a:ext uri="{FF2B5EF4-FFF2-40B4-BE49-F238E27FC236}">
                <a16:creationId xmlns:a16="http://schemas.microsoft.com/office/drawing/2014/main" id="{15A3CB60-D668-CAC0-4FBC-6EACEAD79188}"/>
              </a:ext>
            </a:extLst>
          </p:cNvPr>
          <p:cNvSpPr txBox="1">
            <a:spLocks noGrp="1"/>
          </p:cNvSpPr>
          <p:nvPr>
            <p:ph type="body" sz="half" idx="38" hasCustomPrompt="1"/>
          </p:nvPr>
        </p:nvSpPr>
        <p:spPr>
          <a:xfrm>
            <a:off x="6362633" y="5518275"/>
            <a:ext cx="2015346" cy="261610"/>
          </a:xfrm>
          <a:prstGeom prst="rect">
            <a:avLst/>
          </a:prstGeom>
        </p:spPr>
        <p:txBody>
          <a:bodyPr wrap="square" anchor="ctr">
            <a:spAutoFit/>
          </a:bodyPr>
          <a:lstStyle>
            <a:lvl1pPr defTabSz="1219139">
              <a:defRPr sz="1050" b="1">
                <a:solidFill>
                  <a:srgbClr val="FFFFFF">
                    <a:alpha val="68853"/>
                  </a:srgbClr>
                </a:solidFill>
                <a:latin typeface="Arial" panose="020B0604020202020204" pitchFamily="34" charset="0"/>
                <a:ea typeface="Arial" panose="020B0604020202020204" pitchFamily="34" charset="0"/>
                <a:cs typeface="Arial" panose="020B0604020202020204" pitchFamily="34" charset="0"/>
                <a:sym typeface="MicrogrammaDBolExt"/>
              </a:defRPr>
            </a:lvl1pPr>
          </a:lstStyle>
          <a:p>
            <a:r>
              <a:rPr lang="en-US" dirty="0"/>
              <a:t>E-MAIL</a:t>
            </a:r>
            <a:endParaRPr lang="ru-RU" dirty="0"/>
          </a:p>
        </p:txBody>
      </p:sp>
      <p:sp>
        <p:nvSpPr>
          <p:cNvPr id="29" name="Изображение">
            <a:extLst>
              <a:ext uri="{FF2B5EF4-FFF2-40B4-BE49-F238E27FC236}">
                <a16:creationId xmlns:a16="http://schemas.microsoft.com/office/drawing/2014/main" id="{A777A4EC-FB9A-70B6-7624-FAF6C3AF7D80}"/>
              </a:ext>
            </a:extLst>
          </p:cNvPr>
          <p:cNvSpPr>
            <a:spLocks noGrp="1"/>
          </p:cNvSpPr>
          <p:nvPr>
            <p:ph type="pic" sz="quarter" idx="39" hasCustomPrompt="1"/>
          </p:nvPr>
        </p:nvSpPr>
        <p:spPr>
          <a:xfrm>
            <a:off x="4522108" y="3807443"/>
            <a:ext cx="923044" cy="923044"/>
          </a:xfrm>
          <a:prstGeom prst="ellipse">
            <a:avLst/>
          </a:prstGeom>
          <a:blipFill>
            <a:blip r:embed="rId7"/>
            <a:tile tx="0" ty="0" sx="100000" sy="100000" flip="none" algn="tl"/>
          </a:blipFill>
        </p:spPr>
        <p:txBody>
          <a:bodyPr lIns="91439" tIns="45719" rIns="91439" bIns="45719" anchor="ctr">
            <a:noAutofit/>
          </a:bodyPr>
          <a:lstStyle>
            <a:lvl1pPr algn="ctr">
              <a:defRPr sz="900">
                <a:solidFill>
                  <a:schemeClr val="bg1"/>
                </a:solidFill>
              </a:defRPr>
            </a:lvl1pPr>
          </a:lstStyle>
          <a:p>
            <a:r>
              <a:rPr lang="ru-RU" dirty="0"/>
              <a:t>Фото</a:t>
            </a:r>
            <a:endParaRPr dirty="0"/>
          </a:p>
        </p:txBody>
      </p:sp>
      <p:sp>
        <p:nvSpPr>
          <p:cNvPr id="30" name="ИМЯ СПИКЕРА">
            <a:extLst>
              <a:ext uri="{FF2B5EF4-FFF2-40B4-BE49-F238E27FC236}">
                <a16:creationId xmlns:a16="http://schemas.microsoft.com/office/drawing/2014/main" id="{9AFEDE74-EDE7-86A1-1B24-91EC35CC8AEB}"/>
              </a:ext>
            </a:extLst>
          </p:cNvPr>
          <p:cNvSpPr txBox="1">
            <a:spLocks noGrp="1"/>
          </p:cNvSpPr>
          <p:nvPr>
            <p:ph type="body" sz="quarter" idx="40" hasCustomPrompt="1"/>
          </p:nvPr>
        </p:nvSpPr>
        <p:spPr>
          <a:xfrm>
            <a:off x="5672527" y="3895771"/>
            <a:ext cx="2705454" cy="407932"/>
          </a:xfrm>
          <a:prstGeom prst="rect">
            <a:avLst/>
          </a:prstGeom>
        </p:spPr>
        <p:txBody>
          <a:bodyPr wrap="square" anchor="ctr">
            <a:spAutoFit/>
          </a:bodyPr>
          <a:lstStyle>
            <a:lvl1pPr defTabSz="1219139">
              <a:defRPr sz="2051" b="0">
                <a:solidFill>
                  <a:srgbClr val="FFFFFF"/>
                </a:solidFill>
                <a:latin typeface="Arial" panose="020B0604020202020204" pitchFamily="34" charset="0"/>
                <a:ea typeface="Arial" panose="020B0604020202020204" pitchFamily="34" charset="0"/>
                <a:cs typeface="Arial" panose="020B0604020202020204" pitchFamily="34" charset="0"/>
                <a:sym typeface="IBM Plex Sans Medium"/>
              </a:defRPr>
            </a:lvl1pPr>
          </a:lstStyle>
          <a:p>
            <a:r>
              <a:t>ИМЯ СПИКЕРА</a:t>
            </a:r>
          </a:p>
        </p:txBody>
      </p:sp>
      <p:sp>
        <p:nvSpPr>
          <p:cNvPr id="31" name="Компания, Должность">
            <a:extLst>
              <a:ext uri="{FF2B5EF4-FFF2-40B4-BE49-F238E27FC236}">
                <a16:creationId xmlns:a16="http://schemas.microsoft.com/office/drawing/2014/main" id="{A933AF85-34C5-006C-D14E-9CF809069FFE}"/>
              </a:ext>
            </a:extLst>
          </p:cNvPr>
          <p:cNvSpPr txBox="1">
            <a:spLocks noGrp="1"/>
          </p:cNvSpPr>
          <p:nvPr>
            <p:ph type="body" sz="quarter" idx="41" hasCustomPrompt="1"/>
          </p:nvPr>
        </p:nvSpPr>
        <p:spPr>
          <a:xfrm>
            <a:off x="5672525" y="4272387"/>
            <a:ext cx="2705454" cy="276999"/>
          </a:xfrm>
          <a:prstGeom prst="rect">
            <a:avLst/>
          </a:prstGeom>
        </p:spPr>
        <p:txBody>
          <a:bodyPr wrap="square" anchor="ctr">
            <a:spAutoFit/>
          </a:bodyPr>
          <a:lstStyle>
            <a:lvl1pPr defTabSz="1219139">
              <a:defRPr sz="1200" b="0">
                <a:solidFill>
                  <a:srgbClr val="FFFFFF"/>
                </a:solidFill>
                <a:latin typeface="Arial" panose="020B0604020202020204" pitchFamily="34" charset="0"/>
                <a:ea typeface="Arial" panose="020B0604020202020204" pitchFamily="34" charset="0"/>
                <a:cs typeface="Arial" panose="020B0604020202020204" pitchFamily="34" charset="0"/>
                <a:sym typeface="IBM Plex Sans"/>
              </a:defRPr>
            </a:lvl1pPr>
          </a:lstStyle>
          <a:p>
            <a:r>
              <a:t>Компания, Должность</a:t>
            </a:r>
          </a:p>
        </p:txBody>
      </p:sp>
    </p:spTree>
    <p:extLst>
      <p:ext uri="{BB962C8B-B14F-4D97-AF65-F5344CB8AC3E}">
        <p14:creationId xmlns:p14="http://schemas.microsoft.com/office/powerpoint/2010/main" val="152537693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D0E0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65" r:id="rId2"/>
    <p:sldLayoutId id="2147483652" r:id="rId3"/>
    <p:sldLayoutId id="2147483651" r:id="rId4"/>
    <p:sldLayoutId id="2147483653" r:id="rId5"/>
    <p:sldLayoutId id="2147483666" r:id="rId6"/>
    <p:sldLayoutId id="2147483667" r:id="rId7"/>
    <p:sldLayoutId id="2147483668" r:id="rId8"/>
    <p:sldLayoutId id="2147483655" r:id="rId9"/>
    <p:sldLayoutId id="2147483654" r:id="rId10"/>
    <p:sldLayoutId id="2147483656" r:id="rId11"/>
    <p:sldLayoutId id="2147483657" r:id="rId12"/>
    <p:sldLayoutId id="2147483670" r:id="rId13"/>
    <p:sldLayoutId id="2147483671" r:id="rId14"/>
    <p:sldLayoutId id="2147483659" r:id="rId15"/>
    <p:sldLayoutId id="2147483663" r:id="rId16"/>
    <p:sldLayoutId id="2147483669" r:id="rId17"/>
  </p:sldLayoutIdLst>
  <p:transition spd="med"/>
  <p:hf sldNum="0" hdr="0" ftr="0" dt="0"/>
  <p:txStyles>
    <p:titleStyle>
      <a:lvl1pPr marL="0" marR="0" indent="0" algn="l" defTabSz="121913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1pPr>
      <a:lvl2pPr marL="0" marR="0" indent="228594" algn="l" defTabSz="121913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2pPr>
      <a:lvl3pPr marL="0" marR="0" indent="457189" algn="l" defTabSz="121913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3pPr>
      <a:lvl4pPr marL="0" marR="0" indent="685783" algn="l" defTabSz="121913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4pPr>
      <a:lvl5pPr marL="0" marR="0" indent="914377" algn="l" defTabSz="121913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5pPr>
      <a:lvl6pPr marL="0" marR="0" indent="1142971" algn="l" defTabSz="121913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6pPr>
      <a:lvl7pPr marL="0" marR="0" indent="1371566" algn="l" defTabSz="121913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7pPr>
      <a:lvl8pPr marL="0" marR="0" indent="1600160" algn="l" defTabSz="121913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8pPr>
      <a:lvl9pPr marL="0" marR="0" indent="1828754" algn="l" defTabSz="121913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9pPr>
    </p:titleStyle>
    <p:bodyStyle>
      <a:lvl1pPr marL="0" marR="0" indent="0"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1pPr>
      <a:lvl2pPr marL="0" marR="0" indent="228594"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2pPr>
      <a:lvl3pPr marL="0" marR="0" indent="457189"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3pPr>
      <a:lvl4pPr marL="0" marR="0" indent="685783"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4pPr>
      <a:lvl5pPr marL="0" marR="0" indent="914377"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5pPr>
      <a:lvl6pPr marL="0" marR="0" indent="1142971"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6pPr>
      <a:lvl7pPr marL="0" marR="0" indent="1371566"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7pPr>
      <a:lvl8pPr marL="0" marR="0" indent="1600160"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8pPr>
      <a:lvl9pPr marL="0" marR="0" indent="1828754"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9pPr>
    </p:bodyStyle>
    <p:otherStyle>
      <a:lvl1pPr marL="0" marR="0" indent="0" algn="ctr" defTabSz="292093"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1pPr>
      <a:lvl2pPr marL="0" marR="0" indent="228594" algn="ctr" defTabSz="292093"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2pPr>
      <a:lvl3pPr marL="0" marR="0" indent="457189" algn="ctr" defTabSz="292093"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3pPr>
      <a:lvl4pPr marL="0" marR="0" indent="685783" algn="ctr" defTabSz="292093"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4pPr>
      <a:lvl5pPr marL="0" marR="0" indent="914377" algn="ctr" defTabSz="292093"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5pPr>
      <a:lvl6pPr marL="0" marR="0" indent="1142971" algn="ctr" defTabSz="292093"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6pPr>
      <a:lvl7pPr marL="0" marR="0" indent="1371566" algn="ctr" defTabSz="292093"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7pPr>
      <a:lvl8pPr marL="0" marR="0" indent="1600160" algn="ctr" defTabSz="292093"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8pPr>
      <a:lvl9pPr marL="0" marR="0" indent="1828754" algn="ctr" defTabSz="292093"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ИМЯ СПИКЕРА"/>
          <p:cNvSpPr txBox="1">
            <a:spLocks noGrp="1"/>
          </p:cNvSpPr>
          <p:nvPr>
            <p:ph type="body" idx="22"/>
          </p:nvPr>
        </p:nvSpPr>
        <p:spPr>
          <a:prstGeom prst="rect">
            <a:avLst/>
          </a:prstGeom>
        </p:spPr>
        <p:txBody>
          <a:bodyPr/>
          <a:lstStyle/>
          <a:p>
            <a:r>
              <a:t>ИМЯ СПИКЕРА</a:t>
            </a:r>
          </a:p>
        </p:txBody>
      </p:sp>
      <p:sp>
        <p:nvSpPr>
          <p:cNvPr id="149" name="Компания, Должность"/>
          <p:cNvSpPr txBox="1">
            <a:spLocks noGrp="1"/>
          </p:cNvSpPr>
          <p:nvPr>
            <p:ph type="body" idx="23"/>
          </p:nvPr>
        </p:nvSpPr>
        <p:spPr>
          <a:prstGeom prst="rect">
            <a:avLst/>
          </a:prstGeom>
        </p:spPr>
        <p:txBody>
          <a:bodyPr/>
          <a:lstStyle/>
          <a:p>
            <a:r>
              <a:t>Компания, Должность</a:t>
            </a:r>
          </a:p>
        </p:txBody>
      </p:sp>
      <p:sp>
        <p:nvSpPr>
          <p:cNvPr id="5" name="Рисунок 4">
            <a:extLst>
              <a:ext uri="{FF2B5EF4-FFF2-40B4-BE49-F238E27FC236}">
                <a16:creationId xmlns:a16="http://schemas.microsoft.com/office/drawing/2014/main" id="{25F01CBE-A44C-E6A4-47BB-BF320783B5DD}"/>
              </a:ext>
            </a:extLst>
          </p:cNvPr>
          <p:cNvSpPr>
            <a:spLocks noGrp="1"/>
          </p:cNvSpPr>
          <p:nvPr>
            <p:ph type="pic" sz="quarter" idx="21"/>
          </p:nvPr>
        </p:nvSpPr>
        <p:spPr/>
        <p:txBody>
          <a:bodyPr/>
          <a:lstStyle/>
          <a:p>
            <a:endParaRPr lang="ru-RU"/>
          </a:p>
        </p:txBody>
      </p:sp>
      <p:sp>
        <p:nvSpPr>
          <p:cNvPr id="3" name="Текст 2">
            <a:extLst>
              <a:ext uri="{FF2B5EF4-FFF2-40B4-BE49-F238E27FC236}">
                <a16:creationId xmlns:a16="http://schemas.microsoft.com/office/drawing/2014/main" id="{BC3E557E-8A01-D3E8-E139-FAC1CF828EEE}"/>
              </a:ext>
            </a:extLst>
          </p:cNvPr>
          <p:cNvSpPr>
            <a:spLocks noGrp="1"/>
          </p:cNvSpPr>
          <p:nvPr>
            <p:ph type="body" sz="quarter" idx="24"/>
          </p:nvPr>
        </p:nvSpPr>
        <p:spPr/>
        <p:txBody>
          <a:bodyPr/>
          <a:lstStyle/>
          <a:p>
            <a:endParaRPr lang="ru-RU"/>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DB1D1-FD5B-0429-0A8A-D8853681BCEC}"/>
            </a:ext>
          </a:extLst>
        </p:cNvPr>
        <p:cNvGrpSpPr/>
        <p:nvPr/>
      </p:nvGrpSpPr>
      <p:grpSpPr>
        <a:xfrm>
          <a:off x="0" y="0"/>
          <a:ext cx="0" cy="0"/>
          <a:chOff x="0" y="0"/>
          <a:chExt cx="0" cy="0"/>
        </a:xfrm>
      </p:grpSpPr>
      <p:sp>
        <p:nvSpPr>
          <p:cNvPr id="2" name="Рисунок 1">
            <a:extLst>
              <a:ext uri="{FF2B5EF4-FFF2-40B4-BE49-F238E27FC236}">
                <a16:creationId xmlns:a16="http://schemas.microsoft.com/office/drawing/2014/main" id="{EFA31071-397D-C6A5-66C8-B7531A41F206}"/>
              </a:ext>
            </a:extLst>
          </p:cNvPr>
          <p:cNvSpPr>
            <a:spLocks noGrp="1"/>
          </p:cNvSpPr>
          <p:nvPr>
            <p:ph type="pic" sz="quarter" idx="21"/>
          </p:nvPr>
        </p:nvSpPr>
        <p:spPr/>
      </p:sp>
      <p:sp>
        <p:nvSpPr>
          <p:cNvPr id="148" name="ИМЯ СПИКЕРА">
            <a:extLst>
              <a:ext uri="{FF2B5EF4-FFF2-40B4-BE49-F238E27FC236}">
                <a16:creationId xmlns:a16="http://schemas.microsoft.com/office/drawing/2014/main" id="{4C92477B-EC47-30BA-19C3-EC1697F81510}"/>
              </a:ext>
            </a:extLst>
          </p:cNvPr>
          <p:cNvSpPr txBox="1">
            <a:spLocks noGrp="1"/>
          </p:cNvSpPr>
          <p:nvPr>
            <p:ph type="body" sz="quarter" idx="22"/>
          </p:nvPr>
        </p:nvSpPr>
        <p:spPr>
          <a:prstGeom prst="rect">
            <a:avLst/>
          </a:prstGeom>
        </p:spPr>
        <p:txBody>
          <a:bodyPr/>
          <a:lstStyle/>
          <a:p>
            <a:r>
              <a:t>ИМЯ СПИКЕРА</a:t>
            </a:r>
          </a:p>
        </p:txBody>
      </p:sp>
      <p:sp>
        <p:nvSpPr>
          <p:cNvPr id="149" name="Компания, Должность">
            <a:extLst>
              <a:ext uri="{FF2B5EF4-FFF2-40B4-BE49-F238E27FC236}">
                <a16:creationId xmlns:a16="http://schemas.microsoft.com/office/drawing/2014/main" id="{CFDF81B2-DB50-55FC-7E0E-C2D8D44B33D0}"/>
              </a:ext>
            </a:extLst>
          </p:cNvPr>
          <p:cNvSpPr txBox="1">
            <a:spLocks noGrp="1"/>
          </p:cNvSpPr>
          <p:nvPr>
            <p:ph type="body" sz="quarter" idx="23"/>
          </p:nvPr>
        </p:nvSpPr>
        <p:spPr>
          <a:prstGeom prst="rect">
            <a:avLst/>
          </a:prstGeom>
        </p:spPr>
        <p:txBody>
          <a:bodyPr/>
          <a:lstStyle/>
          <a:p>
            <a:r>
              <a:t>Компания, Должность</a:t>
            </a:r>
          </a:p>
        </p:txBody>
      </p:sp>
      <p:sp>
        <p:nvSpPr>
          <p:cNvPr id="4" name="Текст 3">
            <a:extLst>
              <a:ext uri="{FF2B5EF4-FFF2-40B4-BE49-F238E27FC236}">
                <a16:creationId xmlns:a16="http://schemas.microsoft.com/office/drawing/2014/main" id="{43BB6EBD-A71E-16FD-9294-7C931102D9A3}"/>
              </a:ext>
            </a:extLst>
          </p:cNvPr>
          <p:cNvSpPr>
            <a:spLocks noGrp="1"/>
          </p:cNvSpPr>
          <p:nvPr>
            <p:ph type="body" sz="quarter" idx="24"/>
          </p:nvPr>
        </p:nvSpPr>
        <p:spPr/>
        <p:txBody>
          <a:bodyPr/>
          <a:lstStyle/>
          <a:p>
            <a:endParaRPr lang="ru-RU"/>
          </a:p>
        </p:txBody>
      </p:sp>
      <p:sp>
        <p:nvSpPr>
          <p:cNvPr id="6" name="Рисунок 5">
            <a:extLst>
              <a:ext uri="{FF2B5EF4-FFF2-40B4-BE49-F238E27FC236}">
                <a16:creationId xmlns:a16="http://schemas.microsoft.com/office/drawing/2014/main" id="{95E74DD8-DD63-2249-F650-98BCB091D8C2}"/>
              </a:ext>
            </a:extLst>
          </p:cNvPr>
          <p:cNvSpPr>
            <a:spLocks noGrp="1"/>
          </p:cNvSpPr>
          <p:nvPr>
            <p:ph type="pic" sz="quarter" idx="25"/>
          </p:nvPr>
        </p:nvSpPr>
        <p:spPr/>
      </p:sp>
      <p:sp>
        <p:nvSpPr>
          <p:cNvPr id="7" name="TextBox 6">
            <a:extLst>
              <a:ext uri="{FF2B5EF4-FFF2-40B4-BE49-F238E27FC236}">
                <a16:creationId xmlns:a16="http://schemas.microsoft.com/office/drawing/2014/main" id="{DC500FDE-18D4-5391-4CB5-CA390F7EE9EE}"/>
              </a:ext>
            </a:extLst>
          </p:cNvPr>
          <p:cNvSpPr txBox="1"/>
          <p:nvPr/>
        </p:nvSpPr>
        <p:spPr>
          <a:xfrm>
            <a:off x="10616895" y="2539344"/>
            <a:ext cx="1292020" cy="299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ru-RU" sz="1100" b="0" i="0" u="none" strike="noStrike" cap="none" spc="0" normalizeH="0" baseline="0" dirty="0">
                <a:ln>
                  <a:noFill/>
                </a:ln>
                <a:solidFill>
                  <a:schemeClr val="bg1"/>
                </a:solidFill>
                <a:effectLst/>
                <a:uFillTx/>
                <a:latin typeface="+mn-lt"/>
                <a:ea typeface="+mn-ea"/>
                <a:cs typeface="+mn-cs"/>
                <a:sym typeface="Helvetica Neue"/>
              </a:rPr>
              <a:t>Логотип компании</a:t>
            </a:r>
          </a:p>
        </p:txBody>
      </p:sp>
    </p:spTree>
    <p:extLst>
      <p:ext uri="{BB962C8B-B14F-4D97-AF65-F5344CB8AC3E}">
        <p14:creationId xmlns:p14="http://schemas.microsoft.com/office/powerpoint/2010/main" val="131649655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36F3D-FA3D-1930-C459-1DAB2D6AFEAA}"/>
            </a:ext>
          </a:extLst>
        </p:cNvPr>
        <p:cNvGrpSpPr/>
        <p:nvPr/>
      </p:nvGrpSpPr>
      <p:grpSpPr>
        <a:xfrm>
          <a:off x="0" y="0"/>
          <a:ext cx="0" cy="0"/>
          <a:chOff x="0" y="0"/>
          <a:chExt cx="0" cy="0"/>
        </a:xfrm>
      </p:grpSpPr>
      <p:sp>
        <p:nvSpPr>
          <p:cNvPr id="3" name="Google Shape;63;p9">
            <a:extLst>
              <a:ext uri="{FF2B5EF4-FFF2-40B4-BE49-F238E27FC236}">
                <a16:creationId xmlns:a16="http://schemas.microsoft.com/office/drawing/2014/main" id="{1F667BB0-A928-B579-424E-656AE92BBC85}"/>
              </a:ext>
            </a:extLst>
          </p:cNvPr>
          <p:cNvSpPr txBox="1"/>
          <p:nvPr/>
        </p:nvSpPr>
        <p:spPr>
          <a:xfrm>
            <a:off x="353392" y="315040"/>
            <a:ext cx="7213600" cy="1661993"/>
          </a:xfrm>
          <a:prstGeom prst="rect">
            <a:avLst/>
          </a:prstGeom>
          <a:noFill/>
          <a:ln>
            <a:noFill/>
          </a:ln>
        </p:spPr>
        <p:txBody>
          <a:bodyPr spcFirstLastPara="1" wrap="square" lIns="0" tIns="0" rIns="0" bIns="0" anchor="t" anchorCtr="0">
            <a:spAutoFit/>
          </a:bodyPr>
          <a:lstStyle/>
          <a:p>
            <a:pPr algn="l">
              <a:lnSpc>
                <a:spcPct val="80000"/>
              </a:lnSpc>
            </a:pPr>
            <a:r>
              <a:rPr lang="ru-RU" sz="4500">
                <a:solidFill>
                  <a:srgbClr val="FFFFFF"/>
                </a:solidFill>
                <a:latin typeface="Arial" panose="020B0604020202020204" pitchFamily="34" charset="0"/>
                <a:ea typeface="Helvetica Neue"/>
                <a:cs typeface="Arial" panose="020B0604020202020204" pitchFamily="34" charset="0"/>
              </a:rPr>
              <a:t>ЗАГОЛОВОК СЛАЙДА МАКСИМУМ В ДВЕ ИЛИ ТРИ СТРОКИ</a:t>
            </a:r>
            <a:endParaRPr sz="80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E7FBA150-DEDD-FA64-BD68-90567A12EB24}"/>
              </a:ext>
            </a:extLst>
          </p:cNvPr>
          <p:cNvSpPr txBox="1"/>
          <p:nvPr/>
        </p:nvSpPr>
        <p:spPr>
          <a:xfrm>
            <a:off x="353392" y="1977033"/>
            <a:ext cx="7403242" cy="4288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gn="l" defTabSz="2438338"/>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p>
          <a:p>
            <a:pPr marL="0" marR="0" indent="0" algn="l" defTabSz="2438338" rtl="0" fontAlgn="auto" latinLnBrk="0" hangingPunct="0">
              <a:lnSpc>
                <a:spcPct val="100000"/>
              </a:lnSpc>
              <a:spcBef>
                <a:spcPts val="0"/>
              </a:spcBef>
              <a:spcAft>
                <a:spcPts val="0"/>
              </a:spcAft>
              <a:buClrTx/>
              <a:buSzTx/>
              <a:buFontTx/>
              <a:buNone/>
              <a:tabLst/>
            </a:pPr>
            <a:endParaRPr kumimoji="0" lang="ru-RU" sz="1600" b="0" i="0" u="none" strike="noStrike" cap="none" spc="0" normalizeH="0" baseline="0">
              <a:ln>
                <a:noFill/>
              </a:ln>
              <a:solidFill>
                <a:schemeClr val="bg1"/>
              </a:solidFill>
              <a:effectLst/>
              <a:uFillTx/>
              <a:latin typeface="+mn-lt"/>
              <a:ea typeface="+mn-ea"/>
              <a:cs typeface="+mn-cs"/>
              <a:sym typeface="Helvetica Neue"/>
            </a:endParaRPr>
          </a:p>
        </p:txBody>
      </p:sp>
      <p:sp>
        <p:nvSpPr>
          <p:cNvPr id="2" name="TextBox 1">
            <a:extLst>
              <a:ext uri="{FF2B5EF4-FFF2-40B4-BE49-F238E27FC236}">
                <a16:creationId xmlns:a16="http://schemas.microsoft.com/office/drawing/2014/main" id="{705DC4E5-4403-B082-6CCE-6D97FE381337}"/>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A940FB48-5D2D-9FC0-AE70-F03EA0F4CF1B}"/>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345779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03E44"/>
            </a:gs>
            <a:gs pos="99000">
              <a:srgbClr val="040F1A"/>
            </a:gs>
          </a:gsLst>
          <a:lin ang="6600000" scaled="0"/>
        </a:gradFill>
        <a:effectLst/>
      </p:bgPr>
    </p:bg>
    <p:spTree>
      <p:nvGrpSpPr>
        <p:cNvPr id="1" name=""/>
        <p:cNvGrpSpPr/>
        <p:nvPr/>
      </p:nvGrpSpPr>
      <p:grpSpPr>
        <a:xfrm>
          <a:off x="0" y="0"/>
          <a:ext cx="0" cy="0"/>
          <a:chOff x="0" y="0"/>
          <a:chExt cx="0" cy="0"/>
        </a:xfrm>
      </p:grpSpPr>
      <p:sp>
        <p:nvSpPr>
          <p:cNvPr id="13" name="Рисунок 12">
            <a:extLst>
              <a:ext uri="{FF2B5EF4-FFF2-40B4-BE49-F238E27FC236}">
                <a16:creationId xmlns:a16="http://schemas.microsoft.com/office/drawing/2014/main" id="{086BEE3F-FFA9-3E6E-A96C-330C9D30B323}"/>
              </a:ext>
            </a:extLst>
          </p:cNvPr>
          <p:cNvSpPr>
            <a:spLocks noGrp="1"/>
          </p:cNvSpPr>
          <p:nvPr>
            <p:ph type="pic" idx="2"/>
          </p:nvPr>
        </p:nvSpPr>
        <p:spPr/>
      </p:sp>
      <p:sp>
        <p:nvSpPr>
          <p:cNvPr id="2" name="Google Shape;63;p9">
            <a:extLst>
              <a:ext uri="{FF2B5EF4-FFF2-40B4-BE49-F238E27FC236}">
                <a16:creationId xmlns:a16="http://schemas.microsoft.com/office/drawing/2014/main" id="{3B05DD80-3265-E71D-A5B5-4D425E374A40}"/>
              </a:ext>
            </a:extLst>
          </p:cNvPr>
          <p:cNvSpPr txBox="1"/>
          <p:nvPr/>
        </p:nvSpPr>
        <p:spPr>
          <a:xfrm>
            <a:off x="353392" y="315040"/>
            <a:ext cx="7213600" cy="1661993"/>
          </a:xfrm>
          <a:prstGeom prst="rect">
            <a:avLst/>
          </a:prstGeom>
          <a:noFill/>
          <a:ln>
            <a:noFill/>
          </a:ln>
        </p:spPr>
        <p:txBody>
          <a:bodyPr spcFirstLastPara="1" wrap="square" lIns="0" tIns="0" rIns="0" bIns="0" anchor="t" anchorCtr="0">
            <a:spAutoFit/>
          </a:bodyPr>
          <a:lstStyle/>
          <a:p>
            <a:pPr algn="l">
              <a:lnSpc>
                <a:spcPct val="80000"/>
              </a:lnSpc>
            </a:pPr>
            <a:r>
              <a:rPr lang="ru-RU" sz="4500">
                <a:solidFill>
                  <a:srgbClr val="FFFFFF"/>
                </a:solidFill>
                <a:latin typeface="Arial" panose="020B0604020202020204" pitchFamily="34" charset="0"/>
                <a:ea typeface="Helvetica Neue"/>
                <a:cs typeface="Arial" panose="020B0604020202020204" pitchFamily="34" charset="0"/>
              </a:rPr>
              <a:t>ЗАГОЛОВОК СЛАЙДА МАКСИМУМ В ДВЕ ИЛИ ТРИ СТРОКИ</a:t>
            </a:r>
            <a:endParaRPr sz="80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3519583B-C141-11DE-CC3D-42F12B0D90B4}"/>
              </a:ext>
            </a:extLst>
          </p:cNvPr>
          <p:cNvSpPr txBox="1"/>
          <p:nvPr/>
        </p:nvSpPr>
        <p:spPr>
          <a:xfrm>
            <a:off x="353392" y="1977033"/>
            <a:ext cx="7403242" cy="4288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gn="l" defTabSz="2438338"/>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p>
          <a:p>
            <a:pPr marL="0" marR="0" indent="0" algn="l" defTabSz="2438338" rtl="0" fontAlgn="auto" latinLnBrk="0" hangingPunct="0">
              <a:lnSpc>
                <a:spcPct val="100000"/>
              </a:lnSpc>
              <a:spcBef>
                <a:spcPts val="0"/>
              </a:spcBef>
              <a:spcAft>
                <a:spcPts val="0"/>
              </a:spcAft>
              <a:buClrTx/>
              <a:buSzTx/>
              <a:buFontTx/>
              <a:buNone/>
              <a:tabLst/>
            </a:pPr>
            <a:endParaRPr kumimoji="0" lang="ru-RU" sz="1600" b="0" i="0" u="none" strike="noStrike" cap="none" spc="0" normalizeH="0" baseline="0">
              <a:ln>
                <a:noFill/>
              </a:ln>
              <a:solidFill>
                <a:schemeClr val="bg1"/>
              </a:solidFill>
              <a:effectLst/>
              <a:uFillTx/>
              <a:latin typeface="+mn-lt"/>
              <a:ea typeface="+mn-ea"/>
              <a:cs typeface="+mn-cs"/>
              <a:sym typeface="Helvetica Neue"/>
            </a:endParaRPr>
          </a:p>
        </p:txBody>
      </p:sp>
      <p:sp>
        <p:nvSpPr>
          <p:cNvPr id="3" name="TextBox 2">
            <a:extLst>
              <a:ext uri="{FF2B5EF4-FFF2-40B4-BE49-F238E27FC236}">
                <a16:creationId xmlns:a16="http://schemas.microsoft.com/office/drawing/2014/main" id="{F77F9245-2A72-C1AF-0FD2-0A51E9521376}"/>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2593150E-1FE9-A154-CCB3-6D779A99754F}"/>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818419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6192D-07FE-C104-C097-F2E432CB817B}"/>
            </a:ext>
          </a:extLst>
        </p:cNvPr>
        <p:cNvGrpSpPr/>
        <p:nvPr/>
      </p:nvGrpSpPr>
      <p:grpSpPr>
        <a:xfrm>
          <a:off x="0" y="0"/>
          <a:ext cx="0" cy="0"/>
          <a:chOff x="0" y="0"/>
          <a:chExt cx="0" cy="0"/>
        </a:xfrm>
      </p:grpSpPr>
      <p:sp>
        <p:nvSpPr>
          <p:cNvPr id="4" name="Рисунок 3">
            <a:extLst>
              <a:ext uri="{FF2B5EF4-FFF2-40B4-BE49-F238E27FC236}">
                <a16:creationId xmlns:a16="http://schemas.microsoft.com/office/drawing/2014/main" id="{3669B6A4-ACA5-890B-0758-545293B548F6}"/>
              </a:ext>
            </a:extLst>
          </p:cNvPr>
          <p:cNvSpPr>
            <a:spLocks noGrp="1"/>
          </p:cNvSpPr>
          <p:nvPr>
            <p:ph type="pic" idx="2"/>
          </p:nvPr>
        </p:nvSpPr>
        <p:spPr/>
      </p:sp>
      <p:sp>
        <p:nvSpPr>
          <p:cNvPr id="2" name="Google Shape;63;p9">
            <a:extLst>
              <a:ext uri="{FF2B5EF4-FFF2-40B4-BE49-F238E27FC236}">
                <a16:creationId xmlns:a16="http://schemas.microsoft.com/office/drawing/2014/main" id="{4687E89B-93A3-849C-5338-8CEFD584DF7D}"/>
              </a:ext>
            </a:extLst>
          </p:cNvPr>
          <p:cNvSpPr txBox="1"/>
          <p:nvPr/>
        </p:nvSpPr>
        <p:spPr>
          <a:xfrm>
            <a:off x="353392" y="315040"/>
            <a:ext cx="5394266" cy="1661993"/>
          </a:xfrm>
          <a:prstGeom prst="rect">
            <a:avLst/>
          </a:prstGeom>
          <a:noFill/>
          <a:ln>
            <a:noFill/>
          </a:ln>
        </p:spPr>
        <p:txBody>
          <a:bodyPr spcFirstLastPara="1" wrap="square" lIns="0" tIns="0" rIns="0" bIns="0" anchor="t" anchorCtr="0">
            <a:spAutoFit/>
          </a:bodyPr>
          <a:lstStyle/>
          <a:p>
            <a:pPr algn="l">
              <a:lnSpc>
                <a:spcPct val="80000"/>
              </a:lnSpc>
            </a:pPr>
            <a:r>
              <a:rPr lang="ru-RU" sz="4500">
                <a:solidFill>
                  <a:srgbClr val="FFFFFF"/>
                </a:solidFill>
                <a:latin typeface="Arial" panose="020B0604020202020204" pitchFamily="34" charset="0"/>
                <a:ea typeface="Helvetica Neue"/>
                <a:cs typeface="Arial" panose="020B0604020202020204" pitchFamily="34" charset="0"/>
              </a:rPr>
              <a:t>ЗАГОЛОВОК МАКСИМУМ В ДВЕ ИЛИ ТРИ СТРОКИ</a:t>
            </a:r>
            <a:endParaRPr sz="80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291299B8-BD00-A360-BEDE-C0950FA66818}"/>
              </a:ext>
            </a:extLst>
          </p:cNvPr>
          <p:cNvSpPr txBox="1"/>
          <p:nvPr/>
        </p:nvSpPr>
        <p:spPr>
          <a:xfrm>
            <a:off x="353392" y="2118926"/>
            <a:ext cx="5180305" cy="40421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gn="l" defTabSz="2438338"/>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r>
              <a:rPr lang="ru-RU" sz="1600" dirty="0" err="1">
                <a:solidFill>
                  <a:schemeClr val="bg1"/>
                </a:solidFill>
              </a:rPr>
              <a:t>Вставьте</a:t>
            </a:r>
            <a:r>
              <a:rPr lang="ru-RU" sz="1600" dirty="0">
                <a:solidFill>
                  <a:schemeClr val="bg1"/>
                </a:solidFill>
              </a:rPr>
              <a:t> </a:t>
            </a:r>
            <a:r>
              <a:rPr lang="ru-RU" sz="1600" dirty="0" err="1">
                <a:solidFill>
                  <a:schemeClr val="bg1"/>
                </a:solidFill>
              </a:rPr>
              <a:t>ваш</a:t>
            </a:r>
            <a:r>
              <a:rPr lang="ru-RU" sz="1600" dirty="0">
                <a:solidFill>
                  <a:schemeClr val="bg1"/>
                </a:solidFill>
              </a:rPr>
              <a:t> </a:t>
            </a:r>
            <a:r>
              <a:rPr lang="ru-RU" sz="1600" dirty="0" err="1">
                <a:solidFill>
                  <a:schemeClr val="bg1"/>
                </a:solidFill>
              </a:rPr>
              <a:t>текст</a:t>
            </a:r>
            <a:r>
              <a:rPr lang="ru-RU" sz="1600" dirty="0">
                <a:solidFill>
                  <a:schemeClr val="bg1"/>
                </a:solidFill>
              </a:rPr>
              <a:t>. </a:t>
            </a:r>
            <a:endParaRPr kumimoji="0" lang="ru-RU" sz="1600" b="0" i="0" u="none" strike="noStrike" cap="none" spc="0" normalizeH="0" baseline="0">
              <a:ln>
                <a:noFill/>
              </a:ln>
              <a:solidFill>
                <a:schemeClr val="bg1"/>
              </a:solidFill>
              <a:effectLst/>
              <a:uFillTx/>
              <a:latin typeface="+mn-lt"/>
              <a:ea typeface="+mn-ea"/>
              <a:cs typeface="+mn-cs"/>
              <a:sym typeface="Helvetica Neue"/>
            </a:endParaRPr>
          </a:p>
        </p:txBody>
      </p:sp>
      <p:sp>
        <p:nvSpPr>
          <p:cNvPr id="3" name="TextBox 2">
            <a:extLst>
              <a:ext uri="{FF2B5EF4-FFF2-40B4-BE49-F238E27FC236}">
                <a16:creationId xmlns:a16="http://schemas.microsoft.com/office/drawing/2014/main" id="{EB82A102-C1AB-FBDA-7A9D-5E1E8C8FEB42}"/>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E067E5D-8E4E-8F42-097A-6782EE9AD24B}"/>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495049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44642-FEAB-DCB4-4A94-C5D76DFC51B2}"/>
            </a:ext>
          </a:extLst>
        </p:cNvPr>
        <p:cNvGrpSpPr/>
        <p:nvPr/>
      </p:nvGrpSpPr>
      <p:grpSpPr>
        <a:xfrm>
          <a:off x="0" y="0"/>
          <a:ext cx="0" cy="0"/>
          <a:chOff x="0" y="0"/>
          <a:chExt cx="0" cy="0"/>
        </a:xfrm>
      </p:grpSpPr>
      <p:sp>
        <p:nvSpPr>
          <p:cNvPr id="13" name="Рисунок 12">
            <a:extLst>
              <a:ext uri="{FF2B5EF4-FFF2-40B4-BE49-F238E27FC236}">
                <a16:creationId xmlns:a16="http://schemas.microsoft.com/office/drawing/2014/main" id="{A5290EB5-6462-7A08-0168-F5940E389643}"/>
              </a:ext>
            </a:extLst>
          </p:cNvPr>
          <p:cNvSpPr>
            <a:spLocks noGrp="1"/>
          </p:cNvSpPr>
          <p:nvPr>
            <p:ph type="pic" idx="2"/>
          </p:nvPr>
        </p:nvSpPr>
        <p:spPr/>
      </p:sp>
      <p:sp>
        <p:nvSpPr>
          <p:cNvPr id="2" name="Google Shape;63;p9">
            <a:extLst>
              <a:ext uri="{FF2B5EF4-FFF2-40B4-BE49-F238E27FC236}">
                <a16:creationId xmlns:a16="http://schemas.microsoft.com/office/drawing/2014/main" id="{135AE1EC-3896-79FB-85E0-8DBF1E259EB8}"/>
              </a:ext>
            </a:extLst>
          </p:cNvPr>
          <p:cNvSpPr txBox="1"/>
          <p:nvPr/>
        </p:nvSpPr>
        <p:spPr>
          <a:xfrm>
            <a:off x="353392" y="315040"/>
            <a:ext cx="7213600" cy="1661993"/>
          </a:xfrm>
          <a:prstGeom prst="rect">
            <a:avLst/>
          </a:prstGeom>
          <a:noFill/>
          <a:ln>
            <a:noFill/>
          </a:ln>
        </p:spPr>
        <p:txBody>
          <a:bodyPr spcFirstLastPara="1" wrap="square" lIns="0" tIns="0" rIns="0" bIns="0" anchor="t" anchorCtr="0">
            <a:spAutoFit/>
          </a:bodyPr>
          <a:lstStyle/>
          <a:p>
            <a:pPr algn="l">
              <a:lnSpc>
                <a:spcPct val="80000"/>
              </a:lnSpc>
            </a:pPr>
            <a:r>
              <a:rPr lang="ru-RU" sz="4500">
                <a:solidFill>
                  <a:srgbClr val="FFFFFF"/>
                </a:solidFill>
                <a:latin typeface="Arial" panose="020B0604020202020204" pitchFamily="34" charset="0"/>
                <a:ea typeface="Helvetica Neue"/>
                <a:cs typeface="Arial" panose="020B0604020202020204" pitchFamily="34" charset="0"/>
              </a:rPr>
              <a:t>ЗАГОЛОВОК СЛАЙДА МАКСИМУМ В ДВЕ ИЛИ ТРИ СТРОКИ</a:t>
            </a:r>
            <a:endParaRPr sz="800">
              <a:latin typeface="Arial" panose="020B0604020202020204" pitchFamily="34" charset="0"/>
              <a:cs typeface="Arial" panose="020B0604020202020204" pitchFamily="34" charset="0"/>
            </a:endParaRPr>
          </a:p>
        </p:txBody>
      </p:sp>
      <p:sp>
        <p:nvSpPr>
          <p:cNvPr id="3" name="Google Shape;64;p9">
            <a:extLst>
              <a:ext uri="{FF2B5EF4-FFF2-40B4-BE49-F238E27FC236}">
                <a16:creationId xmlns:a16="http://schemas.microsoft.com/office/drawing/2014/main" id="{4373B250-8BA3-AB6F-FC3C-31754583EF38}"/>
              </a:ext>
            </a:extLst>
          </p:cNvPr>
          <p:cNvSpPr txBox="1"/>
          <p:nvPr/>
        </p:nvSpPr>
        <p:spPr>
          <a:xfrm>
            <a:off x="345809" y="2904287"/>
            <a:ext cx="3280259" cy="923330"/>
          </a:xfrm>
          <a:prstGeom prst="rect">
            <a:avLst/>
          </a:prstGeom>
          <a:noFill/>
          <a:ln>
            <a:noFill/>
          </a:ln>
        </p:spPr>
        <p:txBody>
          <a:bodyPr spcFirstLastPara="1" wrap="square" lIns="0" tIns="0" rIns="0" bIns="0" anchor="t" anchorCtr="0">
            <a:spAutoFit/>
          </a:bodyPr>
          <a:lstStyle/>
          <a:p>
            <a:pPr algn="l"/>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endParaRPr sz="800"/>
          </a:p>
        </p:txBody>
      </p:sp>
      <p:sp>
        <p:nvSpPr>
          <p:cNvPr id="4" name="Google Shape;65;p9">
            <a:extLst>
              <a:ext uri="{FF2B5EF4-FFF2-40B4-BE49-F238E27FC236}">
                <a16:creationId xmlns:a16="http://schemas.microsoft.com/office/drawing/2014/main" id="{58A70A52-D892-0008-1EE9-4FE15274458C}"/>
              </a:ext>
            </a:extLst>
          </p:cNvPr>
          <p:cNvSpPr txBox="1"/>
          <p:nvPr/>
        </p:nvSpPr>
        <p:spPr>
          <a:xfrm>
            <a:off x="3870060" y="2904287"/>
            <a:ext cx="2479200" cy="923330"/>
          </a:xfrm>
          <a:prstGeom prst="rect">
            <a:avLst/>
          </a:prstGeom>
          <a:noFill/>
          <a:ln>
            <a:noFill/>
          </a:ln>
        </p:spPr>
        <p:txBody>
          <a:bodyPr spcFirstLastPara="1" wrap="square" lIns="0" tIns="0" rIns="0" bIns="0" anchor="t" anchorCtr="0">
            <a:spAutoFit/>
          </a:bodyPr>
          <a:lstStyle/>
          <a:p>
            <a:pPr algn="l"/>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endParaRPr lang="ru-RU" sz="800"/>
          </a:p>
        </p:txBody>
      </p:sp>
      <p:sp>
        <p:nvSpPr>
          <p:cNvPr id="5" name="Google Shape;66;p9">
            <a:extLst>
              <a:ext uri="{FF2B5EF4-FFF2-40B4-BE49-F238E27FC236}">
                <a16:creationId xmlns:a16="http://schemas.microsoft.com/office/drawing/2014/main" id="{BF29E623-9EE8-8E91-2067-FE5C71D98F2D}"/>
              </a:ext>
            </a:extLst>
          </p:cNvPr>
          <p:cNvSpPr txBox="1"/>
          <p:nvPr/>
        </p:nvSpPr>
        <p:spPr>
          <a:xfrm>
            <a:off x="353392" y="4880967"/>
            <a:ext cx="2604400" cy="923330"/>
          </a:xfrm>
          <a:prstGeom prst="rect">
            <a:avLst/>
          </a:prstGeom>
          <a:noFill/>
          <a:ln>
            <a:noFill/>
          </a:ln>
        </p:spPr>
        <p:txBody>
          <a:bodyPr spcFirstLastPara="1" wrap="square" lIns="0" tIns="0" rIns="0" bIns="0" anchor="t" anchorCtr="0">
            <a:spAutoFit/>
          </a:bodyPr>
          <a:lstStyle/>
          <a:p>
            <a:pPr algn="l"/>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endParaRPr lang="ru-RU" sz="800"/>
          </a:p>
        </p:txBody>
      </p:sp>
      <p:sp>
        <p:nvSpPr>
          <p:cNvPr id="7" name="Google Shape;67;p9">
            <a:extLst>
              <a:ext uri="{FF2B5EF4-FFF2-40B4-BE49-F238E27FC236}">
                <a16:creationId xmlns:a16="http://schemas.microsoft.com/office/drawing/2014/main" id="{B3213721-3A23-A17C-5C05-A0EA567AFC3C}"/>
              </a:ext>
            </a:extLst>
          </p:cNvPr>
          <p:cNvSpPr txBox="1"/>
          <p:nvPr/>
        </p:nvSpPr>
        <p:spPr>
          <a:xfrm>
            <a:off x="345809" y="2527653"/>
            <a:ext cx="1016000" cy="323165"/>
          </a:xfrm>
          <a:prstGeom prst="rect">
            <a:avLst/>
          </a:prstGeom>
          <a:noFill/>
          <a:ln>
            <a:noFill/>
          </a:ln>
        </p:spPr>
        <p:txBody>
          <a:bodyPr spcFirstLastPara="1" wrap="square" lIns="0" tIns="0" rIns="0" bIns="0" anchor="t" anchorCtr="0">
            <a:spAutoFit/>
          </a:bodyPr>
          <a:lstStyle/>
          <a:p>
            <a:pPr algn="l">
              <a:lnSpc>
                <a:spcPct val="139955"/>
              </a:lnSpc>
            </a:pPr>
            <a:r>
              <a:rPr lang="ru-RU" sz="1500">
                <a:solidFill>
                  <a:schemeClr val="accent2"/>
                </a:solidFill>
                <a:latin typeface="Helvetica Neue"/>
                <a:ea typeface="Helvetica Neue"/>
                <a:cs typeface="Helvetica Neue"/>
              </a:rPr>
              <a:t>ПУНКТ</a:t>
            </a:r>
            <a:endParaRPr sz="800">
              <a:solidFill>
                <a:schemeClr val="accent2"/>
              </a:solidFill>
            </a:endParaRPr>
          </a:p>
        </p:txBody>
      </p:sp>
      <p:sp>
        <p:nvSpPr>
          <p:cNvPr id="9" name="Google Shape;68;p9">
            <a:extLst>
              <a:ext uri="{FF2B5EF4-FFF2-40B4-BE49-F238E27FC236}">
                <a16:creationId xmlns:a16="http://schemas.microsoft.com/office/drawing/2014/main" id="{E527BEE0-4CCB-444D-FF9D-E580F0583591}"/>
              </a:ext>
            </a:extLst>
          </p:cNvPr>
          <p:cNvSpPr txBox="1"/>
          <p:nvPr/>
        </p:nvSpPr>
        <p:spPr>
          <a:xfrm>
            <a:off x="3870058" y="2527653"/>
            <a:ext cx="844600" cy="323165"/>
          </a:xfrm>
          <a:prstGeom prst="rect">
            <a:avLst/>
          </a:prstGeom>
          <a:noFill/>
          <a:ln>
            <a:noFill/>
          </a:ln>
        </p:spPr>
        <p:txBody>
          <a:bodyPr spcFirstLastPara="1" wrap="square" lIns="0" tIns="0" rIns="0" bIns="0" anchor="t" anchorCtr="0">
            <a:spAutoFit/>
          </a:bodyPr>
          <a:lstStyle/>
          <a:p>
            <a:pPr algn="l">
              <a:lnSpc>
                <a:spcPct val="139955"/>
              </a:lnSpc>
            </a:pPr>
            <a:r>
              <a:rPr lang="ru-RU" sz="1500">
                <a:solidFill>
                  <a:schemeClr val="accent2"/>
                </a:solidFill>
                <a:latin typeface="Helvetica Neue"/>
                <a:ea typeface="Helvetica Neue"/>
                <a:cs typeface="Helvetica Neue"/>
              </a:rPr>
              <a:t>ПУНКТ</a:t>
            </a:r>
            <a:endParaRPr sz="800">
              <a:solidFill>
                <a:schemeClr val="accent2"/>
              </a:solidFill>
            </a:endParaRPr>
          </a:p>
        </p:txBody>
      </p:sp>
      <p:sp>
        <p:nvSpPr>
          <p:cNvPr id="10" name="Google Shape;69;p9">
            <a:extLst>
              <a:ext uri="{FF2B5EF4-FFF2-40B4-BE49-F238E27FC236}">
                <a16:creationId xmlns:a16="http://schemas.microsoft.com/office/drawing/2014/main" id="{8F861848-2BBC-B3D3-9992-2C1E8DFE6601}"/>
              </a:ext>
            </a:extLst>
          </p:cNvPr>
          <p:cNvSpPr txBox="1"/>
          <p:nvPr/>
        </p:nvSpPr>
        <p:spPr>
          <a:xfrm>
            <a:off x="353391" y="4504333"/>
            <a:ext cx="1008418" cy="323165"/>
          </a:xfrm>
          <a:prstGeom prst="rect">
            <a:avLst/>
          </a:prstGeom>
          <a:noFill/>
          <a:ln>
            <a:noFill/>
          </a:ln>
        </p:spPr>
        <p:txBody>
          <a:bodyPr spcFirstLastPara="1" wrap="square" lIns="0" tIns="0" rIns="0" bIns="0" anchor="t" anchorCtr="0">
            <a:spAutoFit/>
          </a:bodyPr>
          <a:lstStyle/>
          <a:p>
            <a:pPr algn="l">
              <a:lnSpc>
                <a:spcPct val="139955"/>
              </a:lnSpc>
            </a:pPr>
            <a:r>
              <a:rPr lang="ru-RU" sz="1500">
                <a:solidFill>
                  <a:schemeClr val="accent2"/>
                </a:solidFill>
                <a:latin typeface="Helvetica Neue"/>
                <a:ea typeface="Helvetica Neue"/>
                <a:cs typeface="Helvetica Neue"/>
              </a:rPr>
              <a:t>ПУНКТ</a:t>
            </a:r>
            <a:endParaRPr sz="800">
              <a:solidFill>
                <a:schemeClr val="accent2"/>
              </a:solidFill>
            </a:endParaRPr>
          </a:p>
        </p:txBody>
      </p:sp>
      <p:sp>
        <p:nvSpPr>
          <p:cNvPr id="11" name="Google Shape;66;p9">
            <a:extLst>
              <a:ext uri="{FF2B5EF4-FFF2-40B4-BE49-F238E27FC236}">
                <a16:creationId xmlns:a16="http://schemas.microsoft.com/office/drawing/2014/main" id="{9C0E13F8-8D8F-F76D-F342-2451E8FDB946}"/>
              </a:ext>
            </a:extLst>
          </p:cNvPr>
          <p:cNvSpPr txBox="1"/>
          <p:nvPr/>
        </p:nvSpPr>
        <p:spPr>
          <a:xfrm>
            <a:off x="3878471" y="4880967"/>
            <a:ext cx="2604400" cy="923330"/>
          </a:xfrm>
          <a:prstGeom prst="rect">
            <a:avLst/>
          </a:prstGeom>
          <a:noFill/>
          <a:ln>
            <a:noFill/>
          </a:ln>
        </p:spPr>
        <p:txBody>
          <a:bodyPr spcFirstLastPara="1" wrap="square" lIns="0" tIns="0" rIns="0" bIns="0" anchor="t" anchorCtr="0">
            <a:spAutoFit/>
          </a:bodyPr>
          <a:lstStyle/>
          <a:p>
            <a:pPr algn="l"/>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endParaRPr lang="ru-RU" sz="800"/>
          </a:p>
        </p:txBody>
      </p:sp>
      <p:sp>
        <p:nvSpPr>
          <p:cNvPr id="12" name="Google Shape;69;p9">
            <a:extLst>
              <a:ext uri="{FF2B5EF4-FFF2-40B4-BE49-F238E27FC236}">
                <a16:creationId xmlns:a16="http://schemas.microsoft.com/office/drawing/2014/main" id="{5490F087-F635-1C60-6904-D25653795A5C}"/>
              </a:ext>
            </a:extLst>
          </p:cNvPr>
          <p:cNvSpPr txBox="1"/>
          <p:nvPr/>
        </p:nvSpPr>
        <p:spPr>
          <a:xfrm>
            <a:off x="3878470" y="4504333"/>
            <a:ext cx="836188" cy="323165"/>
          </a:xfrm>
          <a:prstGeom prst="rect">
            <a:avLst/>
          </a:prstGeom>
          <a:noFill/>
          <a:ln>
            <a:noFill/>
          </a:ln>
        </p:spPr>
        <p:txBody>
          <a:bodyPr spcFirstLastPara="1" wrap="square" lIns="0" tIns="0" rIns="0" bIns="0" anchor="t" anchorCtr="0">
            <a:spAutoFit/>
          </a:bodyPr>
          <a:lstStyle/>
          <a:p>
            <a:pPr algn="l">
              <a:lnSpc>
                <a:spcPct val="139955"/>
              </a:lnSpc>
            </a:pPr>
            <a:r>
              <a:rPr lang="ru-RU" sz="1500">
                <a:solidFill>
                  <a:schemeClr val="accent2"/>
                </a:solidFill>
                <a:latin typeface="Helvetica Neue"/>
                <a:ea typeface="Helvetica Neue"/>
                <a:cs typeface="Helvetica Neue"/>
              </a:rPr>
              <a:t>ПУНКТ</a:t>
            </a:r>
            <a:endParaRPr sz="800">
              <a:solidFill>
                <a:schemeClr val="accent2"/>
              </a:solidFill>
            </a:endParaRPr>
          </a:p>
        </p:txBody>
      </p:sp>
      <p:sp>
        <p:nvSpPr>
          <p:cNvPr id="14" name="TextBox 13">
            <a:extLst>
              <a:ext uri="{FF2B5EF4-FFF2-40B4-BE49-F238E27FC236}">
                <a16:creationId xmlns:a16="http://schemas.microsoft.com/office/drawing/2014/main" id="{4B752573-60F7-7F60-FCD6-D453CA63E1B8}"/>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B8211F58-F78B-1907-8787-31F48FC05447}"/>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605306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AD227-D86C-3B3F-63C8-E11E5877250C}"/>
            </a:ext>
          </a:extLst>
        </p:cNvPr>
        <p:cNvGrpSpPr/>
        <p:nvPr/>
      </p:nvGrpSpPr>
      <p:grpSpPr>
        <a:xfrm>
          <a:off x="0" y="0"/>
          <a:ext cx="0" cy="0"/>
          <a:chOff x="0" y="0"/>
          <a:chExt cx="0" cy="0"/>
        </a:xfrm>
      </p:grpSpPr>
      <p:sp>
        <p:nvSpPr>
          <p:cNvPr id="14" name="Рисунок 13">
            <a:extLst>
              <a:ext uri="{FF2B5EF4-FFF2-40B4-BE49-F238E27FC236}">
                <a16:creationId xmlns:a16="http://schemas.microsoft.com/office/drawing/2014/main" id="{5CFEDD7A-6A88-5485-5C31-EE90213718BB}"/>
              </a:ext>
            </a:extLst>
          </p:cNvPr>
          <p:cNvSpPr>
            <a:spLocks noGrp="1"/>
          </p:cNvSpPr>
          <p:nvPr>
            <p:ph type="pic" idx="2"/>
          </p:nvPr>
        </p:nvSpPr>
        <p:spPr/>
      </p:sp>
      <p:sp>
        <p:nvSpPr>
          <p:cNvPr id="2" name="Google Shape;63;p9">
            <a:extLst>
              <a:ext uri="{FF2B5EF4-FFF2-40B4-BE49-F238E27FC236}">
                <a16:creationId xmlns:a16="http://schemas.microsoft.com/office/drawing/2014/main" id="{536B1541-83C2-305A-5CF2-172A22B92104}"/>
              </a:ext>
            </a:extLst>
          </p:cNvPr>
          <p:cNvSpPr txBox="1"/>
          <p:nvPr/>
        </p:nvSpPr>
        <p:spPr>
          <a:xfrm>
            <a:off x="4792870" y="315040"/>
            <a:ext cx="5570331" cy="1661993"/>
          </a:xfrm>
          <a:prstGeom prst="rect">
            <a:avLst/>
          </a:prstGeom>
          <a:noFill/>
          <a:ln>
            <a:noFill/>
          </a:ln>
        </p:spPr>
        <p:txBody>
          <a:bodyPr spcFirstLastPara="1" wrap="square" lIns="0" tIns="0" rIns="0" bIns="0" anchor="t" anchorCtr="0">
            <a:spAutoFit/>
          </a:bodyPr>
          <a:lstStyle/>
          <a:p>
            <a:pPr algn="l">
              <a:lnSpc>
                <a:spcPct val="80000"/>
              </a:lnSpc>
            </a:pPr>
            <a:r>
              <a:rPr lang="ru-RU" sz="4500">
                <a:solidFill>
                  <a:srgbClr val="FFFFFF"/>
                </a:solidFill>
                <a:latin typeface="Arial" panose="020B0604020202020204" pitchFamily="34" charset="0"/>
                <a:ea typeface="Helvetica Neue"/>
                <a:cs typeface="Arial" panose="020B0604020202020204" pitchFamily="34" charset="0"/>
              </a:rPr>
              <a:t>ЗАГОЛОВОК МАКСИМУМ В ДВЕ ИЛИ ТРИ СТРОКИ</a:t>
            </a:r>
            <a:endParaRPr sz="800">
              <a:latin typeface="Arial" panose="020B0604020202020204" pitchFamily="34" charset="0"/>
              <a:cs typeface="Arial" panose="020B0604020202020204" pitchFamily="34" charset="0"/>
            </a:endParaRPr>
          </a:p>
        </p:txBody>
      </p:sp>
      <p:sp>
        <p:nvSpPr>
          <p:cNvPr id="3" name="Google Shape;64;p9">
            <a:extLst>
              <a:ext uri="{FF2B5EF4-FFF2-40B4-BE49-F238E27FC236}">
                <a16:creationId xmlns:a16="http://schemas.microsoft.com/office/drawing/2014/main" id="{D8BF094C-5DB9-9292-C0FC-1AEC0D29D419}"/>
              </a:ext>
            </a:extLst>
          </p:cNvPr>
          <p:cNvSpPr txBox="1"/>
          <p:nvPr/>
        </p:nvSpPr>
        <p:spPr>
          <a:xfrm>
            <a:off x="4798540" y="2904287"/>
            <a:ext cx="2479200" cy="923330"/>
          </a:xfrm>
          <a:prstGeom prst="rect">
            <a:avLst/>
          </a:prstGeom>
          <a:noFill/>
          <a:ln>
            <a:noFill/>
          </a:ln>
        </p:spPr>
        <p:txBody>
          <a:bodyPr spcFirstLastPara="1" wrap="square" lIns="0" tIns="0" rIns="0" bIns="0" anchor="t" anchorCtr="0">
            <a:spAutoFit/>
          </a:bodyPr>
          <a:lstStyle/>
          <a:p>
            <a:pPr algn="l"/>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endParaRPr lang="ru-RU" sz="800"/>
          </a:p>
        </p:txBody>
      </p:sp>
      <p:sp>
        <p:nvSpPr>
          <p:cNvPr id="4" name="Google Shape;65;p9">
            <a:extLst>
              <a:ext uri="{FF2B5EF4-FFF2-40B4-BE49-F238E27FC236}">
                <a16:creationId xmlns:a16="http://schemas.microsoft.com/office/drawing/2014/main" id="{29C9A678-6128-8241-82EA-4592B44A2D37}"/>
              </a:ext>
            </a:extLst>
          </p:cNvPr>
          <p:cNvSpPr txBox="1"/>
          <p:nvPr/>
        </p:nvSpPr>
        <p:spPr>
          <a:xfrm>
            <a:off x="8322790" y="2904287"/>
            <a:ext cx="2479200" cy="923330"/>
          </a:xfrm>
          <a:prstGeom prst="rect">
            <a:avLst/>
          </a:prstGeom>
          <a:noFill/>
          <a:ln>
            <a:noFill/>
          </a:ln>
        </p:spPr>
        <p:txBody>
          <a:bodyPr spcFirstLastPara="1" wrap="square" lIns="0" tIns="0" rIns="0" bIns="0" anchor="t" anchorCtr="0">
            <a:spAutoFit/>
          </a:bodyPr>
          <a:lstStyle/>
          <a:p>
            <a:pPr algn="l"/>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endParaRPr lang="ru-RU" sz="800"/>
          </a:p>
        </p:txBody>
      </p:sp>
      <p:sp>
        <p:nvSpPr>
          <p:cNvPr id="5" name="Google Shape;66;p9">
            <a:extLst>
              <a:ext uri="{FF2B5EF4-FFF2-40B4-BE49-F238E27FC236}">
                <a16:creationId xmlns:a16="http://schemas.microsoft.com/office/drawing/2014/main" id="{15100A6D-2DA8-562B-A132-6A3DAC91C2BD}"/>
              </a:ext>
            </a:extLst>
          </p:cNvPr>
          <p:cNvSpPr txBox="1"/>
          <p:nvPr/>
        </p:nvSpPr>
        <p:spPr>
          <a:xfrm>
            <a:off x="4806122" y="4880967"/>
            <a:ext cx="2604400" cy="923330"/>
          </a:xfrm>
          <a:prstGeom prst="rect">
            <a:avLst/>
          </a:prstGeom>
          <a:noFill/>
          <a:ln>
            <a:noFill/>
          </a:ln>
        </p:spPr>
        <p:txBody>
          <a:bodyPr spcFirstLastPara="1" wrap="square" lIns="0" tIns="0" rIns="0" bIns="0" anchor="t" anchorCtr="0">
            <a:spAutoFit/>
          </a:bodyPr>
          <a:lstStyle/>
          <a:p>
            <a:pPr algn="l"/>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endParaRPr lang="ru-RU" sz="800"/>
          </a:p>
        </p:txBody>
      </p:sp>
      <p:sp>
        <p:nvSpPr>
          <p:cNvPr id="7" name="Google Shape;67;p9">
            <a:extLst>
              <a:ext uri="{FF2B5EF4-FFF2-40B4-BE49-F238E27FC236}">
                <a16:creationId xmlns:a16="http://schemas.microsoft.com/office/drawing/2014/main" id="{A4ECD784-1890-1690-131A-DA7988CECEF8}"/>
              </a:ext>
            </a:extLst>
          </p:cNvPr>
          <p:cNvSpPr txBox="1"/>
          <p:nvPr/>
        </p:nvSpPr>
        <p:spPr>
          <a:xfrm>
            <a:off x="4798539" y="2527653"/>
            <a:ext cx="1016000" cy="323165"/>
          </a:xfrm>
          <a:prstGeom prst="rect">
            <a:avLst/>
          </a:prstGeom>
          <a:noFill/>
          <a:ln>
            <a:noFill/>
          </a:ln>
        </p:spPr>
        <p:txBody>
          <a:bodyPr spcFirstLastPara="1" wrap="square" lIns="0" tIns="0" rIns="0" bIns="0" anchor="t" anchorCtr="0">
            <a:spAutoFit/>
          </a:bodyPr>
          <a:lstStyle/>
          <a:p>
            <a:pPr algn="l">
              <a:lnSpc>
                <a:spcPct val="139955"/>
              </a:lnSpc>
            </a:pPr>
            <a:r>
              <a:rPr lang="ru-RU" sz="1500">
                <a:solidFill>
                  <a:schemeClr val="accent2"/>
                </a:solidFill>
                <a:latin typeface="Helvetica Neue"/>
                <a:ea typeface="Helvetica Neue"/>
                <a:cs typeface="Helvetica Neue"/>
              </a:rPr>
              <a:t>ПУНКТ</a:t>
            </a:r>
            <a:endParaRPr sz="800">
              <a:solidFill>
                <a:schemeClr val="accent2"/>
              </a:solidFill>
            </a:endParaRPr>
          </a:p>
        </p:txBody>
      </p:sp>
      <p:sp>
        <p:nvSpPr>
          <p:cNvPr id="9" name="Google Shape;68;p9">
            <a:extLst>
              <a:ext uri="{FF2B5EF4-FFF2-40B4-BE49-F238E27FC236}">
                <a16:creationId xmlns:a16="http://schemas.microsoft.com/office/drawing/2014/main" id="{8C14C86E-1A9B-8D1B-861E-75EFBE6CF185}"/>
              </a:ext>
            </a:extLst>
          </p:cNvPr>
          <p:cNvSpPr txBox="1"/>
          <p:nvPr/>
        </p:nvSpPr>
        <p:spPr>
          <a:xfrm>
            <a:off x="8322788" y="2527653"/>
            <a:ext cx="844600" cy="323165"/>
          </a:xfrm>
          <a:prstGeom prst="rect">
            <a:avLst/>
          </a:prstGeom>
          <a:noFill/>
          <a:ln>
            <a:noFill/>
          </a:ln>
        </p:spPr>
        <p:txBody>
          <a:bodyPr spcFirstLastPara="1" wrap="square" lIns="0" tIns="0" rIns="0" bIns="0" anchor="t" anchorCtr="0">
            <a:spAutoFit/>
          </a:bodyPr>
          <a:lstStyle/>
          <a:p>
            <a:pPr algn="l">
              <a:lnSpc>
                <a:spcPct val="139955"/>
              </a:lnSpc>
            </a:pPr>
            <a:r>
              <a:rPr lang="ru-RU" sz="1500">
                <a:solidFill>
                  <a:schemeClr val="accent2"/>
                </a:solidFill>
                <a:latin typeface="Helvetica Neue"/>
                <a:ea typeface="Helvetica Neue"/>
                <a:cs typeface="Helvetica Neue"/>
              </a:rPr>
              <a:t>ПУНКТ</a:t>
            </a:r>
            <a:endParaRPr sz="800">
              <a:solidFill>
                <a:schemeClr val="accent2"/>
              </a:solidFill>
            </a:endParaRPr>
          </a:p>
        </p:txBody>
      </p:sp>
      <p:sp>
        <p:nvSpPr>
          <p:cNvPr id="10" name="Google Shape;69;p9">
            <a:extLst>
              <a:ext uri="{FF2B5EF4-FFF2-40B4-BE49-F238E27FC236}">
                <a16:creationId xmlns:a16="http://schemas.microsoft.com/office/drawing/2014/main" id="{EC9492FC-A4B6-D45E-1105-74B846D6BA00}"/>
              </a:ext>
            </a:extLst>
          </p:cNvPr>
          <p:cNvSpPr txBox="1"/>
          <p:nvPr/>
        </p:nvSpPr>
        <p:spPr>
          <a:xfrm>
            <a:off x="4806121" y="4504333"/>
            <a:ext cx="1008418" cy="323165"/>
          </a:xfrm>
          <a:prstGeom prst="rect">
            <a:avLst/>
          </a:prstGeom>
          <a:noFill/>
          <a:ln>
            <a:noFill/>
          </a:ln>
        </p:spPr>
        <p:txBody>
          <a:bodyPr spcFirstLastPara="1" wrap="square" lIns="0" tIns="0" rIns="0" bIns="0" anchor="t" anchorCtr="0">
            <a:spAutoFit/>
          </a:bodyPr>
          <a:lstStyle/>
          <a:p>
            <a:pPr algn="l">
              <a:lnSpc>
                <a:spcPct val="139955"/>
              </a:lnSpc>
            </a:pPr>
            <a:r>
              <a:rPr lang="ru-RU" sz="1500">
                <a:solidFill>
                  <a:schemeClr val="accent2"/>
                </a:solidFill>
                <a:latin typeface="Helvetica Neue"/>
                <a:ea typeface="Helvetica Neue"/>
                <a:cs typeface="Helvetica Neue"/>
              </a:rPr>
              <a:t>ПУНКТ</a:t>
            </a:r>
            <a:endParaRPr sz="800">
              <a:solidFill>
                <a:schemeClr val="accent2"/>
              </a:solidFill>
            </a:endParaRPr>
          </a:p>
        </p:txBody>
      </p:sp>
      <p:sp>
        <p:nvSpPr>
          <p:cNvPr id="11" name="Google Shape;66;p9">
            <a:extLst>
              <a:ext uri="{FF2B5EF4-FFF2-40B4-BE49-F238E27FC236}">
                <a16:creationId xmlns:a16="http://schemas.microsoft.com/office/drawing/2014/main" id="{3E665F47-EE5B-758E-4AD7-DD1ABBA78E1E}"/>
              </a:ext>
            </a:extLst>
          </p:cNvPr>
          <p:cNvSpPr txBox="1"/>
          <p:nvPr/>
        </p:nvSpPr>
        <p:spPr>
          <a:xfrm>
            <a:off x="8331201" y="4880967"/>
            <a:ext cx="2604400" cy="923330"/>
          </a:xfrm>
          <a:prstGeom prst="rect">
            <a:avLst/>
          </a:prstGeom>
          <a:noFill/>
          <a:ln>
            <a:noFill/>
          </a:ln>
        </p:spPr>
        <p:txBody>
          <a:bodyPr spcFirstLastPara="1" wrap="square" lIns="0" tIns="0" rIns="0" bIns="0" anchor="t" anchorCtr="0">
            <a:spAutoFit/>
          </a:bodyPr>
          <a:lstStyle/>
          <a:p>
            <a:pPr algn="l"/>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r>
              <a:rPr lang="ru-RU" sz="2000" dirty="0" err="1">
                <a:solidFill>
                  <a:schemeClr val="bg1"/>
                </a:solidFill>
              </a:rPr>
              <a:t>Вставьте</a:t>
            </a:r>
            <a:r>
              <a:rPr lang="ru-RU" sz="2000" dirty="0">
                <a:solidFill>
                  <a:schemeClr val="bg1"/>
                </a:solidFill>
              </a:rPr>
              <a:t> </a:t>
            </a:r>
            <a:r>
              <a:rPr lang="ru-RU" sz="2000" dirty="0" err="1">
                <a:solidFill>
                  <a:schemeClr val="bg1"/>
                </a:solidFill>
              </a:rPr>
              <a:t>ваш</a:t>
            </a:r>
            <a:r>
              <a:rPr lang="ru-RU" sz="2000" dirty="0">
                <a:solidFill>
                  <a:schemeClr val="bg1"/>
                </a:solidFill>
              </a:rPr>
              <a:t> </a:t>
            </a:r>
            <a:r>
              <a:rPr lang="ru-RU" sz="2000" dirty="0" err="1">
                <a:solidFill>
                  <a:schemeClr val="bg1"/>
                </a:solidFill>
              </a:rPr>
              <a:t>текст</a:t>
            </a:r>
            <a:r>
              <a:rPr lang="ru-RU" sz="2000" dirty="0">
                <a:solidFill>
                  <a:schemeClr val="bg1"/>
                </a:solidFill>
              </a:rPr>
              <a:t>. </a:t>
            </a:r>
            <a:endParaRPr lang="ru-RU" sz="800"/>
          </a:p>
        </p:txBody>
      </p:sp>
      <p:sp>
        <p:nvSpPr>
          <p:cNvPr id="12" name="Google Shape;69;p9">
            <a:extLst>
              <a:ext uri="{FF2B5EF4-FFF2-40B4-BE49-F238E27FC236}">
                <a16:creationId xmlns:a16="http://schemas.microsoft.com/office/drawing/2014/main" id="{57BC4FB3-14BD-D0C9-FCF5-E6007825A54B}"/>
              </a:ext>
            </a:extLst>
          </p:cNvPr>
          <p:cNvSpPr txBox="1"/>
          <p:nvPr/>
        </p:nvSpPr>
        <p:spPr>
          <a:xfrm>
            <a:off x="8331200" y="4504333"/>
            <a:ext cx="836188" cy="323165"/>
          </a:xfrm>
          <a:prstGeom prst="rect">
            <a:avLst/>
          </a:prstGeom>
          <a:noFill/>
          <a:ln>
            <a:noFill/>
          </a:ln>
        </p:spPr>
        <p:txBody>
          <a:bodyPr spcFirstLastPara="1" wrap="square" lIns="0" tIns="0" rIns="0" bIns="0" anchor="t" anchorCtr="0">
            <a:spAutoFit/>
          </a:bodyPr>
          <a:lstStyle/>
          <a:p>
            <a:pPr algn="l">
              <a:lnSpc>
                <a:spcPct val="139955"/>
              </a:lnSpc>
            </a:pPr>
            <a:r>
              <a:rPr lang="ru-RU" sz="1500">
                <a:solidFill>
                  <a:schemeClr val="accent2"/>
                </a:solidFill>
                <a:latin typeface="Helvetica Neue"/>
                <a:ea typeface="Helvetica Neue"/>
                <a:cs typeface="Helvetica Neue"/>
              </a:rPr>
              <a:t>ПУНКТ</a:t>
            </a:r>
            <a:endParaRPr sz="800">
              <a:solidFill>
                <a:schemeClr val="accent2"/>
              </a:solidFill>
            </a:endParaRPr>
          </a:p>
        </p:txBody>
      </p:sp>
      <p:sp>
        <p:nvSpPr>
          <p:cNvPr id="13" name="TextBox 12">
            <a:extLst>
              <a:ext uri="{FF2B5EF4-FFF2-40B4-BE49-F238E27FC236}">
                <a16:creationId xmlns:a16="http://schemas.microsoft.com/office/drawing/2014/main" id="{D666BA34-360C-2615-1C41-08AFA25EE4AF}"/>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8FC25AE5-2D41-481D-459C-9B7FB90E6294}"/>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54484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9336B-E2CC-9D41-CABD-BDCDDD7A6209}"/>
            </a:ext>
          </a:extLst>
        </p:cNvPr>
        <p:cNvGrpSpPr/>
        <p:nvPr/>
      </p:nvGrpSpPr>
      <p:grpSpPr>
        <a:xfrm>
          <a:off x="0" y="0"/>
          <a:ext cx="0" cy="0"/>
          <a:chOff x="0" y="0"/>
          <a:chExt cx="0" cy="0"/>
        </a:xfrm>
      </p:grpSpPr>
      <p:sp>
        <p:nvSpPr>
          <p:cNvPr id="13" name="Рисунок 12">
            <a:extLst>
              <a:ext uri="{FF2B5EF4-FFF2-40B4-BE49-F238E27FC236}">
                <a16:creationId xmlns:a16="http://schemas.microsoft.com/office/drawing/2014/main" id="{E274ACC1-6D0D-A7D3-E968-A644E16F44E9}"/>
              </a:ext>
            </a:extLst>
          </p:cNvPr>
          <p:cNvSpPr>
            <a:spLocks noGrp="1"/>
          </p:cNvSpPr>
          <p:nvPr>
            <p:ph type="pic" idx="2"/>
          </p:nvPr>
        </p:nvSpPr>
        <p:spPr/>
      </p:sp>
      <p:sp>
        <p:nvSpPr>
          <p:cNvPr id="2" name="Google Shape;63;p9">
            <a:extLst>
              <a:ext uri="{FF2B5EF4-FFF2-40B4-BE49-F238E27FC236}">
                <a16:creationId xmlns:a16="http://schemas.microsoft.com/office/drawing/2014/main" id="{2EF727E9-A5DA-D426-208B-6AA8D54083C6}"/>
              </a:ext>
            </a:extLst>
          </p:cNvPr>
          <p:cNvSpPr txBox="1"/>
          <p:nvPr/>
        </p:nvSpPr>
        <p:spPr>
          <a:xfrm>
            <a:off x="353392" y="315040"/>
            <a:ext cx="7213600" cy="1661993"/>
          </a:xfrm>
          <a:prstGeom prst="rect">
            <a:avLst/>
          </a:prstGeom>
          <a:noFill/>
          <a:ln>
            <a:noFill/>
          </a:ln>
        </p:spPr>
        <p:txBody>
          <a:bodyPr spcFirstLastPara="1" wrap="square" lIns="0" tIns="0" rIns="0" bIns="0" anchor="t" anchorCtr="0">
            <a:spAutoFit/>
          </a:bodyPr>
          <a:lstStyle/>
          <a:p>
            <a:pPr algn="l">
              <a:lnSpc>
                <a:spcPct val="80000"/>
              </a:lnSpc>
            </a:pPr>
            <a:r>
              <a:rPr lang="ru-RU" sz="4500">
                <a:solidFill>
                  <a:srgbClr val="FFFFFF"/>
                </a:solidFill>
                <a:latin typeface="Arial" panose="020B0604020202020204" pitchFamily="34" charset="0"/>
                <a:ea typeface="Helvetica Neue"/>
                <a:cs typeface="Arial" panose="020B0604020202020204" pitchFamily="34" charset="0"/>
              </a:rPr>
              <a:t>ЗАГОЛОВОК СЛАЙДА МАКСИМУМ В ДВЕ ИЛИ ТРИ СТРОКИ</a:t>
            </a:r>
            <a:endParaRPr sz="800">
              <a:latin typeface="Arial" panose="020B0604020202020204" pitchFamily="34" charset="0"/>
              <a:cs typeface="Arial" panose="020B0604020202020204" pitchFamily="34" charset="0"/>
            </a:endParaRPr>
          </a:p>
        </p:txBody>
      </p:sp>
      <p:sp>
        <p:nvSpPr>
          <p:cNvPr id="3" name="Google Shape;64;p9">
            <a:extLst>
              <a:ext uri="{FF2B5EF4-FFF2-40B4-BE49-F238E27FC236}">
                <a16:creationId xmlns:a16="http://schemas.microsoft.com/office/drawing/2014/main" id="{BF2E6DDE-1BF7-428B-5E5F-204C1FCA25AC}"/>
              </a:ext>
            </a:extLst>
          </p:cNvPr>
          <p:cNvSpPr txBox="1"/>
          <p:nvPr/>
        </p:nvSpPr>
        <p:spPr>
          <a:xfrm>
            <a:off x="345809" y="2824093"/>
            <a:ext cx="7009148" cy="830997"/>
          </a:xfrm>
          <a:prstGeom prst="rect">
            <a:avLst/>
          </a:prstGeom>
          <a:noFill/>
          <a:ln>
            <a:noFill/>
          </a:ln>
        </p:spPr>
        <p:txBody>
          <a:bodyPr spcFirstLastPara="1" wrap="square" lIns="0" tIns="0" rIns="0" bIns="0" anchor="t" anchorCtr="0">
            <a:spAutoFit/>
          </a:bodyPr>
          <a:lstStyle/>
          <a:p>
            <a:pPr algn="l"/>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a:t>
            </a:r>
            <a:endParaRPr sz="700"/>
          </a:p>
        </p:txBody>
      </p:sp>
      <p:sp>
        <p:nvSpPr>
          <p:cNvPr id="5" name="Google Shape;66;p9">
            <a:extLst>
              <a:ext uri="{FF2B5EF4-FFF2-40B4-BE49-F238E27FC236}">
                <a16:creationId xmlns:a16="http://schemas.microsoft.com/office/drawing/2014/main" id="{CDCB8B76-3339-BE60-5BA4-5DAF1B2EB6DE}"/>
              </a:ext>
            </a:extLst>
          </p:cNvPr>
          <p:cNvSpPr txBox="1"/>
          <p:nvPr/>
        </p:nvSpPr>
        <p:spPr>
          <a:xfrm>
            <a:off x="353392" y="4853781"/>
            <a:ext cx="6889782" cy="830997"/>
          </a:xfrm>
          <a:prstGeom prst="rect">
            <a:avLst/>
          </a:prstGeom>
          <a:noFill/>
          <a:ln>
            <a:noFill/>
          </a:ln>
        </p:spPr>
        <p:txBody>
          <a:bodyPr spcFirstLastPara="1" wrap="square" lIns="0" tIns="0" rIns="0" bIns="0" anchor="t" anchorCtr="0">
            <a:spAutoFit/>
          </a:bodyPr>
          <a:lstStyle/>
          <a:p>
            <a:pPr algn="l"/>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a:t>
            </a:r>
            <a:endParaRPr lang="en-US" sz="700"/>
          </a:p>
        </p:txBody>
      </p:sp>
      <p:sp>
        <p:nvSpPr>
          <p:cNvPr id="7" name="Google Shape;67;p9">
            <a:extLst>
              <a:ext uri="{FF2B5EF4-FFF2-40B4-BE49-F238E27FC236}">
                <a16:creationId xmlns:a16="http://schemas.microsoft.com/office/drawing/2014/main" id="{486FDAF5-B4FF-21AD-41EF-CD995A28F6A1}"/>
              </a:ext>
            </a:extLst>
          </p:cNvPr>
          <p:cNvSpPr txBox="1"/>
          <p:nvPr/>
        </p:nvSpPr>
        <p:spPr>
          <a:xfrm>
            <a:off x="345809" y="2368629"/>
            <a:ext cx="1016000" cy="323165"/>
          </a:xfrm>
          <a:prstGeom prst="rect">
            <a:avLst/>
          </a:prstGeom>
          <a:noFill/>
          <a:ln>
            <a:noFill/>
          </a:ln>
        </p:spPr>
        <p:txBody>
          <a:bodyPr spcFirstLastPara="1" wrap="square" lIns="0" tIns="0" rIns="0" bIns="0" anchor="t" anchorCtr="0">
            <a:spAutoFit/>
          </a:bodyPr>
          <a:lstStyle/>
          <a:p>
            <a:pPr algn="l">
              <a:lnSpc>
                <a:spcPct val="139955"/>
              </a:lnSpc>
            </a:pPr>
            <a:r>
              <a:rPr lang="ru-RU" sz="1500">
                <a:solidFill>
                  <a:schemeClr val="accent2"/>
                </a:solidFill>
                <a:latin typeface="Helvetica Neue"/>
                <a:ea typeface="Helvetica Neue"/>
                <a:cs typeface="Helvetica Neue"/>
              </a:rPr>
              <a:t>ПУНКТ</a:t>
            </a:r>
            <a:endParaRPr sz="800">
              <a:solidFill>
                <a:schemeClr val="accent2"/>
              </a:solidFill>
            </a:endParaRPr>
          </a:p>
        </p:txBody>
      </p:sp>
      <p:sp>
        <p:nvSpPr>
          <p:cNvPr id="10" name="Google Shape;69;p9">
            <a:extLst>
              <a:ext uri="{FF2B5EF4-FFF2-40B4-BE49-F238E27FC236}">
                <a16:creationId xmlns:a16="http://schemas.microsoft.com/office/drawing/2014/main" id="{D2770ABA-F871-3EEA-5618-1F9F99688AE2}"/>
              </a:ext>
            </a:extLst>
          </p:cNvPr>
          <p:cNvSpPr txBox="1"/>
          <p:nvPr/>
        </p:nvSpPr>
        <p:spPr>
          <a:xfrm>
            <a:off x="353391" y="4398317"/>
            <a:ext cx="1008418" cy="323165"/>
          </a:xfrm>
          <a:prstGeom prst="rect">
            <a:avLst/>
          </a:prstGeom>
          <a:noFill/>
          <a:ln>
            <a:noFill/>
          </a:ln>
        </p:spPr>
        <p:txBody>
          <a:bodyPr spcFirstLastPara="1" wrap="square" lIns="0" tIns="0" rIns="0" bIns="0" anchor="t" anchorCtr="0">
            <a:spAutoFit/>
          </a:bodyPr>
          <a:lstStyle/>
          <a:p>
            <a:pPr algn="l">
              <a:lnSpc>
                <a:spcPct val="139955"/>
              </a:lnSpc>
            </a:pPr>
            <a:r>
              <a:rPr lang="ru-RU" sz="1500">
                <a:solidFill>
                  <a:schemeClr val="accent2"/>
                </a:solidFill>
                <a:latin typeface="Helvetica Neue"/>
                <a:ea typeface="Helvetica Neue"/>
                <a:cs typeface="Helvetica Neue"/>
              </a:rPr>
              <a:t>ПУНКТ</a:t>
            </a:r>
            <a:endParaRPr sz="800">
              <a:solidFill>
                <a:schemeClr val="accent2"/>
              </a:solidFill>
            </a:endParaRPr>
          </a:p>
        </p:txBody>
      </p:sp>
      <p:cxnSp>
        <p:nvCxnSpPr>
          <p:cNvPr id="15" name="Прямая соединительная линия 14">
            <a:extLst>
              <a:ext uri="{FF2B5EF4-FFF2-40B4-BE49-F238E27FC236}">
                <a16:creationId xmlns:a16="http://schemas.microsoft.com/office/drawing/2014/main" id="{EF86A953-8605-4519-1333-183433D14B22}"/>
              </a:ext>
            </a:extLst>
          </p:cNvPr>
          <p:cNvCxnSpPr>
            <a:cxnSpLocks/>
          </p:cNvCxnSpPr>
          <p:nvPr/>
        </p:nvCxnSpPr>
        <p:spPr>
          <a:xfrm>
            <a:off x="345809" y="3896139"/>
            <a:ext cx="7009148" cy="0"/>
          </a:xfrm>
          <a:prstGeom prst="line">
            <a:avLst/>
          </a:prstGeom>
          <a:noFill/>
          <a:ln w="12700" cap="flat">
            <a:solidFill>
              <a:schemeClr val="accent2"/>
            </a:solidFill>
            <a:prstDash val="solid"/>
            <a:miter lim="400000"/>
          </a:ln>
          <a:effectLst/>
          <a:sp3d/>
        </p:spPr>
        <p:style>
          <a:lnRef idx="0">
            <a:scrgbClr r="0" g="0" b="0"/>
          </a:lnRef>
          <a:fillRef idx="0">
            <a:scrgbClr r="0" g="0" b="0"/>
          </a:fillRef>
          <a:effectRef idx="0">
            <a:scrgbClr r="0" g="0" b="0"/>
          </a:effectRef>
          <a:fontRef idx="none"/>
        </p:style>
      </p:cxnSp>
      <p:cxnSp>
        <p:nvCxnSpPr>
          <p:cNvPr id="17" name="Прямая соединительная линия 16">
            <a:extLst>
              <a:ext uri="{FF2B5EF4-FFF2-40B4-BE49-F238E27FC236}">
                <a16:creationId xmlns:a16="http://schemas.microsoft.com/office/drawing/2014/main" id="{27BEA156-DAEA-97D7-2499-7F2AD61FBFE7}"/>
              </a:ext>
            </a:extLst>
          </p:cNvPr>
          <p:cNvCxnSpPr>
            <a:cxnSpLocks/>
          </p:cNvCxnSpPr>
          <p:nvPr/>
        </p:nvCxnSpPr>
        <p:spPr>
          <a:xfrm>
            <a:off x="345809" y="5963478"/>
            <a:ext cx="7009148" cy="0"/>
          </a:xfrm>
          <a:prstGeom prst="line">
            <a:avLst/>
          </a:prstGeom>
          <a:noFill/>
          <a:ln w="12700" cap="flat">
            <a:solidFill>
              <a:schemeClr val="accent2"/>
            </a:solidFill>
            <a:prstDash val="solid"/>
            <a:miter lim="400000"/>
          </a:ln>
          <a:effectLst/>
          <a:sp3d/>
        </p:spPr>
        <p:style>
          <a:lnRef idx="0">
            <a:scrgbClr r="0" g="0" b="0"/>
          </a:lnRef>
          <a:fillRef idx="0">
            <a:scrgbClr r="0" g="0" b="0"/>
          </a:fillRef>
          <a:effectRef idx="0">
            <a:scrgbClr r="0" g="0" b="0"/>
          </a:effectRef>
          <a:fontRef idx="none"/>
        </p:style>
      </p:cxnSp>
      <p:sp>
        <p:nvSpPr>
          <p:cNvPr id="4" name="TextBox 3">
            <a:extLst>
              <a:ext uri="{FF2B5EF4-FFF2-40B4-BE49-F238E27FC236}">
                <a16:creationId xmlns:a16="http://schemas.microsoft.com/office/drawing/2014/main" id="{BBFF045C-AA12-D1CE-1B74-4A160208A563}"/>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7ECC27CA-8238-A6BE-CD73-4B4ADD836F6A}"/>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192012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B0AE0-BD26-1B8B-31B6-E3164C43239B}"/>
            </a:ext>
          </a:extLst>
        </p:cNvPr>
        <p:cNvGrpSpPr/>
        <p:nvPr/>
      </p:nvGrpSpPr>
      <p:grpSpPr>
        <a:xfrm>
          <a:off x="0" y="0"/>
          <a:ext cx="0" cy="0"/>
          <a:chOff x="0" y="0"/>
          <a:chExt cx="0" cy="0"/>
        </a:xfrm>
      </p:grpSpPr>
      <p:sp>
        <p:nvSpPr>
          <p:cNvPr id="4" name="Рисунок 3">
            <a:extLst>
              <a:ext uri="{FF2B5EF4-FFF2-40B4-BE49-F238E27FC236}">
                <a16:creationId xmlns:a16="http://schemas.microsoft.com/office/drawing/2014/main" id="{40238E41-5296-3DB7-4F10-F65543443AFB}"/>
              </a:ext>
            </a:extLst>
          </p:cNvPr>
          <p:cNvSpPr>
            <a:spLocks noGrp="1"/>
          </p:cNvSpPr>
          <p:nvPr>
            <p:ph type="pic" idx="2"/>
          </p:nvPr>
        </p:nvSpPr>
        <p:spPr/>
      </p:sp>
      <p:sp>
        <p:nvSpPr>
          <p:cNvPr id="3" name="Google Shape;64;p9">
            <a:extLst>
              <a:ext uri="{FF2B5EF4-FFF2-40B4-BE49-F238E27FC236}">
                <a16:creationId xmlns:a16="http://schemas.microsoft.com/office/drawing/2014/main" id="{F5414E7E-D840-4243-3ED2-69EEB8E0357C}"/>
              </a:ext>
            </a:extLst>
          </p:cNvPr>
          <p:cNvSpPr txBox="1"/>
          <p:nvPr/>
        </p:nvSpPr>
        <p:spPr>
          <a:xfrm>
            <a:off x="4832626" y="2745263"/>
            <a:ext cx="7009148" cy="830997"/>
          </a:xfrm>
          <a:prstGeom prst="rect">
            <a:avLst/>
          </a:prstGeom>
          <a:noFill/>
          <a:ln>
            <a:noFill/>
          </a:ln>
        </p:spPr>
        <p:txBody>
          <a:bodyPr spcFirstLastPara="1" wrap="square" lIns="0" tIns="0" rIns="0" bIns="0" anchor="t" anchorCtr="0">
            <a:spAutoFit/>
          </a:bodyPr>
          <a:lstStyle/>
          <a:p>
            <a:pPr algn="l"/>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a:t>
            </a:r>
            <a:endParaRPr lang="ru-RU" sz="700"/>
          </a:p>
        </p:txBody>
      </p:sp>
      <p:sp>
        <p:nvSpPr>
          <p:cNvPr id="5" name="Google Shape;66;p9">
            <a:extLst>
              <a:ext uri="{FF2B5EF4-FFF2-40B4-BE49-F238E27FC236}">
                <a16:creationId xmlns:a16="http://schemas.microsoft.com/office/drawing/2014/main" id="{150C3E5C-B564-30C8-D66D-E6167D689E52}"/>
              </a:ext>
            </a:extLst>
          </p:cNvPr>
          <p:cNvSpPr txBox="1"/>
          <p:nvPr/>
        </p:nvSpPr>
        <p:spPr>
          <a:xfrm>
            <a:off x="4840209" y="4774951"/>
            <a:ext cx="6889782" cy="830997"/>
          </a:xfrm>
          <a:prstGeom prst="rect">
            <a:avLst/>
          </a:prstGeom>
          <a:noFill/>
          <a:ln>
            <a:noFill/>
          </a:ln>
        </p:spPr>
        <p:txBody>
          <a:bodyPr spcFirstLastPara="1" wrap="square" lIns="0" tIns="0" rIns="0" bIns="0" anchor="t" anchorCtr="0">
            <a:spAutoFit/>
          </a:bodyPr>
          <a:lstStyle/>
          <a:p>
            <a:pPr algn="l"/>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 </a:t>
            </a:r>
            <a:r>
              <a:rPr lang="ru-RU" sz="1800" dirty="0" err="1">
                <a:solidFill>
                  <a:schemeClr val="bg1"/>
                </a:solidFill>
              </a:rPr>
              <a:t>Вставьте</a:t>
            </a:r>
            <a:r>
              <a:rPr lang="ru-RU" sz="1800" dirty="0">
                <a:solidFill>
                  <a:schemeClr val="bg1"/>
                </a:solidFill>
              </a:rPr>
              <a:t> </a:t>
            </a:r>
            <a:r>
              <a:rPr lang="ru-RU" sz="1800" dirty="0" err="1">
                <a:solidFill>
                  <a:schemeClr val="bg1"/>
                </a:solidFill>
              </a:rPr>
              <a:t>ваш</a:t>
            </a:r>
            <a:r>
              <a:rPr lang="ru-RU" sz="1800" dirty="0">
                <a:solidFill>
                  <a:schemeClr val="bg1"/>
                </a:solidFill>
              </a:rPr>
              <a:t> </a:t>
            </a:r>
            <a:r>
              <a:rPr lang="ru-RU" sz="1800" dirty="0" err="1">
                <a:solidFill>
                  <a:schemeClr val="bg1"/>
                </a:solidFill>
              </a:rPr>
              <a:t>текст</a:t>
            </a:r>
            <a:r>
              <a:rPr lang="ru-RU" sz="1800" dirty="0">
                <a:solidFill>
                  <a:schemeClr val="bg1"/>
                </a:solidFill>
              </a:rPr>
              <a:t>.</a:t>
            </a:r>
            <a:endParaRPr lang="ru-RU" sz="700"/>
          </a:p>
        </p:txBody>
      </p:sp>
      <p:sp>
        <p:nvSpPr>
          <p:cNvPr id="7" name="Google Shape;67;p9">
            <a:extLst>
              <a:ext uri="{FF2B5EF4-FFF2-40B4-BE49-F238E27FC236}">
                <a16:creationId xmlns:a16="http://schemas.microsoft.com/office/drawing/2014/main" id="{FE0A8A35-4B6F-D1D4-D8D8-2EB75AFEE18F}"/>
              </a:ext>
            </a:extLst>
          </p:cNvPr>
          <p:cNvSpPr txBox="1"/>
          <p:nvPr/>
        </p:nvSpPr>
        <p:spPr>
          <a:xfrm>
            <a:off x="4832626" y="2368629"/>
            <a:ext cx="1016000" cy="323165"/>
          </a:xfrm>
          <a:prstGeom prst="rect">
            <a:avLst/>
          </a:prstGeom>
          <a:noFill/>
          <a:ln>
            <a:noFill/>
          </a:ln>
        </p:spPr>
        <p:txBody>
          <a:bodyPr spcFirstLastPara="1" wrap="square" lIns="0" tIns="0" rIns="0" bIns="0" anchor="t" anchorCtr="0">
            <a:spAutoFit/>
          </a:bodyPr>
          <a:lstStyle/>
          <a:p>
            <a:pPr algn="l">
              <a:lnSpc>
                <a:spcPct val="139955"/>
              </a:lnSpc>
            </a:pPr>
            <a:r>
              <a:rPr lang="ru-RU" sz="1500">
                <a:solidFill>
                  <a:schemeClr val="accent2"/>
                </a:solidFill>
                <a:latin typeface="Helvetica Neue"/>
                <a:ea typeface="Helvetica Neue"/>
                <a:cs typeface="Helvetica Neue"/>
              </a:rPr>
              <a:t>ПУНКТ</a:t>
            </a:r>
            <a:endParaRPr sz="800">
              <a:solidFill>
                <a:schemeClr val="accent2"/>
              </a:solidFill>
            </a:endParaRPr>
          </a:p>
        </p:txBody>
      </p:sp>
      <p:sp>
        <p:nvSpPr>
          <p:cNvPr id="10" name="Google Shape;69;p9">
            <a:extLst>
              <a:ext uri="{FF2B5EF4-FFF2-40B4-BE49-F238E27FC236}">
                <a16:creationId xmlns:a16="http://schemas.microsoft.com/office/drawing/2014/main" id="{82579BAA-4276-7D70-6CAF-381FCB57AA39}"/>
              </a:ext>
            </a:extLst>
          </p:cNvPr>
          <p:cNvSpPr txBox="1"/>
          <p:nvPr/>
        </p:nvSpPr>
        <p:spPr>
          <a:xfrm>
            <a:off x="4840208" y="4398317"/>
            <a:ext cx="1008418" cy="323165"/>
          </a:xfrm>
          <a:prstGeom prst="rect">
            <a:avLst/>
          </a:prstGeom>
          <a:noFill/>
          <a:ln>
            <a:noFill/>
          </a:ln>
        </p:spPr>
        <p:txBody>
          <a:bodyPr spcFirstLastPara="1" wrap="square" lIns="0" tIns="0" rIns="0" bIns="0" anchor="t" anchorCtr="0">
            <a:spAutoFit/>
          </a:bodyPr>
          <a:lstStyle/>
          <a:p>
            <a:pPr algn="l">
              <a:lnSpc>
                <a:spcPct val="139955"/>
              </a:lnSpc>
            </a:pPr>
            <a:r>
              <a:rPr lang="ru-RU" sz="1500">
                <a:solidFill>
                  <a:schemeClr val="accent2"/>
                </a:solidFill>
                <a:latin typeface="Helvetica Neue"/>
                <a:ea typeface="Helvetica Neue"/>
                <a:cs typeface="Helvetica Neue"/>
              </a:rPr>
              <a:t>ПУНКТ</a:t>
            </a:r>
            <a:endParaRPr sz="800">
              <a:solidFill>
                <a:schemeClr val="accent2"/>
              </a:solidFill>
            </a:endParaRPr>
          </a:p>
        </p:txBody>
      </p:sp>
      <p:cxnSp>
        <p:nvCxnSpPr>
          <p:cNvPr id="15" name="Прямая соединительная линия 14">
            <a:extLst>
              <a:ext uri="{FF2B5EF4-FFF2-40B4-BE49-F238E27FC236}">
                <a16:creationId xmlns:a16="http://schemas.microsoft.com/office/drawing/2014/main" id="{80AB1905-8861-5DE9-94C0-2625A69307E5}"/>
              </a:ext>
            </a:extLst>
          </p:cNvPr>
          <p:cNvCxnSpPr>
            <a:cxnSpLocks/>
          </p:cNvCxnSpPr>
          <p:nvPr/>
        </p:nvCxnSpPr>
        <p:spPr>
          <a:xfrm>
            <a:off x="4832626" y="3896139"/>
            <a:ext cx="7009148" cy="0"/>
          </a:xfrm>
          <a:prstGeom prst="line">
            <a:avLst/>
          </a:prstGeom>
          <a:noFill/>
          <a:ln w="12700" cap="flat">
            <a:solidFill>
              <a:schemeClr val="accent2"/>
            </a:solidFill>
            <a:prstDash val="solid"/>
            <a:miter lim="400000"/>
          </a:ln>
          <a:effectLst/>
          <a:sp3d/>
        </p:spPr>
        <p:style>
          <a:lnRef idx="0">
            <a:scrgbClr r="0" g="0" b="0"/>
          </a:lnRef>
          <a:fillRef idx="0">
            <a:scrgbClr r="0" g="0" b="0"/>
          </a:fillRef>
          <a:effectRef idx="0">
            <a:scrgbClr r="0" g="0" b="0"/>
          </a:effectRef>
          <a:fontRef idx="none"/>
        </p:style>
      </p:cxnSp>
      <p:cxnSp>
        <p:nvCxnSpPr>
          <p:cNvPr id="17" name="Прямая соединительная линия 16">
            <a:extLst>
              <a:ext uri="{FF2B5EF4-FFF2-40B4-BE49-F238E27FC236}">
                <a16:creationId xmlns:a16="http://schemas.microsoft.com/office/drawing/2014/main" id="{785E7B27-6ACB-6285-9F9D-B17CF22B474C}"/>
              </a:ext>
            </a:extLst>
          </p:cNvPr>
          <p:cNvCxnSpPr>
            <a:cxnSpLocks/>
          </p:cNvCxnSpPr>
          <p:nvPr/>
        </p:nvCxnSpPr>
        <p:spPr>
          <a:xfrm>
            <a:off x="4832626" y="5963478"/>
            <a:ext cx="7009148" cy="0"/>
          </a:xfrm>
          <a:prstGeom prst="line">
            <a:avLst/>
          </a:prstGeom>
          <a:noFill/>
          <a:ln w="12700" cap="flat">
            <a:solidFill>
              <a:schemeClr val="accent2"/>
            </a:solidFill>
            <a:prstDash val="solid"/>
            <a:miter lim="400000"/>
          </a:ln>
          <a:effectLst/>
          <a:sp3d/>
        </p:spPr>
        <p:style>
          <a:lnRef idx="0">
            <a:scrgbClr r="0" g="0" b="0"/>
          </a:lnRef>
          <a:fillRef idx="0">
            <a:scrgbClr r="0" g="0" b="0"/>
          </a:fillRef>
          <a:effectRef idx="0">
            <a:scrgbClr r="0" g="0" b="0"/>
          </a:effectRef>
          <a:fontRef idx="none"/>
        </p:style>
      </p:cxnSp>
      <p:sp>
        <p:nvSpPr>
          <p:cNvPr id="9" name="Google Shape;63;p9">
            <a:extLst>
              <a:ext uri="{FF2B5EF4-FFF2-40B4-BE49-F238E27FC236}">
                <a16:creationId xmlns:a16="http://schemas.microsoft.com/office/drawing/2014/main" id="{B3152275-D3E0-6835-B526-ABFE5A869C9E}"/>
              </a:ext>
            </a:extLst>
          </p:cNvPr>
          <p:cNvSpPr txBox="1"/>
          <p:nvPr/>
        </p:nvSpPr>
        <p:spPr>
          <a:xfrm>
            <a:off x="4792870" y="315040"/>
            <a:ext cx="5570331" cy="1661993"/>
          </a:xfrm>
          <a:prstGeom prst="rect">
            <a:avLst/>
          </a:prstGeom>
          <a:noFill/>
          <a:ln>
            <a:noFill/>
          </a:ln>
        </p:spPr>
        <p:txBody>
          <a:bodyPr spcFirstLastPara="1" wrap="square" lIns="0" tIns="0" rIns="0" bIns="0" anchor="t" anchorCtr="0">
            <a:spAutoFit/>
          </a:bodyPr>
          <a:lstStyle/>
          <a:p>
            <a:pPr algn="l">
              <a:lnSpc>
                <a:spcPct val="80000"/>
              </a:lnSpc>
            </a:pPr>
            <a:r>
              <a:rPr lang="ru-RU" sz="4500">
                <a:solidFill>
                  <a:srgbClr val="FFFFFF"/>
                </a:solidFill>
                <a:latin typeface="Arial" panose="020B0604020202020204" pitchFamily="34" charset="0"/>
                <a:ea typeface="Helvetica Neue"/>
                <a:cs typeface="Arial" panose="020B0604020202020204" pitchFamily="34" charset="0"/>
              </a:rPr>
              <a:t>ЗАГОЛОВОК МАКСИМУМ В ДВЕ ИЛИ ТРИ СТРОКИ</a:t>
            </a:r>
            <a:endParaRPr sz="80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282ED388-76B2-3A43-8A52-A9BEFF1C5391}"/>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E0734256-FBEA-255E-A900-DCCB54E7B58E}"/>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6580965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003E44"/>
            </a:gs>
            <a:gs pos="98000">
              <a:srgbClr val="040F1A"/>
            </a:gs>
          </a:gsLst>
          <a:lin ang="6600000" scaled="0"/>
        </a:gradFill>
        <a:effectLst/>
      </p:bgPr>
    </p:bg>
    <p:spTree>
      <p:nvGrpSpPr>
        <p:cNvPr id="1" name=""/>
        <p:cNvGrpSpPr/>
        <p:nvPr/>
      </p:nvGrpSpPr>
      <p:grpSpPr>
        <a:xfrm>
          <a:off x="0" y="0"/>
          <a:ext cx="0" cy="0"/>
          <a:chOff x="0" y="0"/>
          <a:chExt cx="0" cy="0"/>
        </a:xfrm>
      </p:grpSpPr>
      <p:sp>
        <p:nvSpPr>
          <p:cNvPr id="9" name="Рисунок 8">
            <a:extLst>
              <a:ext uri="{FF2B5EF4-FFF2-40B4-BE49-F238E27FC236}">
                <a16:creationId xmlns:a16="http://schemas.microsoft.com/office/drawing/2014/main" id="{F3F5D6F4-7D32-D618-CE39-5238130ADCE0}"/>
              </a:ext>
            </a:extLst>
          </p:cNvPr>
          <p:cNvSpPr>
            <a:spLocks noGrp="1"/>
          </p:cNvSpPr>
          <p:nvPr>
            <p:ph type="pic" idx="2"/>
          </p:nvPr>
        </p:nvSpPr>
        <p:spPr/>
      </p:sp>
      <p:sp>
        <p:nvSpPr>
          <p:cNvPr id="10" name="Google Shape;76;p10">
            <a:extLst>
              <a:ext uri="{FF2B5EF4-FFF2-40B4-BE49-F238E27FC236}">
                <a16:creationId xmlns:a16="http://schemas.microsoft.com/office/drawing/2014/main" id="{BEB689DC-1AE1-0E9E-1B70-6F8D79EFED14}"/>
              </a:ext>
            </a:extLst>
          </p:cNvPr>
          <p:cNvSpPr/>
          <p:nvPr/>
        </p:nvSpPr>
        <p:spPr>
          <a:xfrm>
            <a:off x="0" y="2173357"/>
            <a:ext cx="12191997" cy="4267200"/>
          </a:xfrm>
          <a:custGeom>
            <a:avLst/>
            <a:gdLst/>
            <a:ahLst/>
            <a:cxnLst/>
            <a:rect l="l" t="t" r="r" b="b"/>
            <a:pathLst>
              <a:path w="4816592" h="2709333" extrusionOk="0">
                <a:moveTo>
                  <a:pt x="0" y="0"/>
                </a:moveTo>
                <a:lnTo>
                  <a:pt x="4816592" y="0"/>
                </a:lnTo>
                <a:lnTo>
                  <a:pt x="4816592" y="2709333"/>
                </a:lnTo>
                <a:lnTo>
                  <a:pt x="0" y="2709333"/>
                </a:lnTo>
                <a:close/>
              </a:path>
            </a:pathLst>
          </a:custGeom>
          <a:gradFill flip="none" rotWithShape="1">
            <a:gsLst>
              <a:gs pos="54000">
                <a:srgbClr val="003E44"/>
              </a:gs>
              <a:gs pos="0">
                <a:srgbClr val="003E44">
                  <a:alpha val="0"/>
                </a:srgbClr>
              </a:gs>
            </a:gsLst>
            <a:lin ang="5400000" scaled="0"/>
            <a:tileRect/>
          </a:gradFill>
          <a:ln>
            <a:noFill/>
          </a:ln>
        </p:spPr>
        <p:txBody>
          <a:bodyPr spcFirstLastPara="1" wrap="square" lIns="60950" tIns="30467" rIns="60950" bIns="30467" anchor="t" anchorCtr="0">
            <a:noAutofit/>
          </a:bodyPr>
          <a:lstStyle/>
          <a:p>
            <a:pPr algn="l"/>
            <a:endParaRPr>
              <a:solidFill>
                <a:schemeClr val="dk1"/>
              </a:solidFill>
              <a:latin typeface="Calibri"/>
              <a:ea typeface="Calibri"/>
              <a:cs typeface="Calibri"/>
              <a:sym typeface="Calibri"/>
            </a:endParaRPr>
          </a:p>
        </p:txBody>
      </p:sp>
      <p:sp>
        <p:nvSpPr>
          <p:cNvPr id="11" name="Google Shape;50;p8">
            <a:extLst>
              <a:ext uri="{FF2B5EF4-FFF2-40B4-BE49-F238E27FC236}">
                <a16:creationId xmlns:a16="http://schemas.microsoft.com/office/drawing/2014/main" id="{A6D1455F-1CC7-A5CB-4F70-5CEBE67D153F}"/>
              </a:ext>
            </a:extLst>
          </p:cNvPr>
          <p:cNvSpPr txBox="1"/>
          <p:nvPr/>
        </p:nvSpPr>
        <p:spPr>
          <a:xfrm>
            <a:off x="265953" y="3681914"/>
            <a:ext cx="9388200" cy="2492990"/>
          </a:xfrm>
          <a:prstGeom prst="rect">
            <a:avLst/>
          </a:prstGeom>
          <a:noFill/>
          <a:ln>
            <a:noFill/>
          </a:ln>
        </p:spPr>
        <p:txBody>
          <a:bodyPr spcFirstLastPara="1" wrap="square" lIns="0" tIns="0" rIns="0" bIns="0" anchor="t" anchorCtr="0">
            <a:spAutoFit/>
          </a:bodyPr>
          <a:lstStyle/>
          <a:p>
            <a:pPr algn="l">
              <a:lnSpc>
                <a:spcPct val="90000"/>
              </a:lnSpc>
            </a:pPr>
            <a:r>
              <a:rPr lang="ru-RU" sz="9000">
                <a:solidFill>
                  <a:srgbClr val="FFFFFF"/>
                </a:solidFill>
                <a:latin typeface="Arial" panose="020B0604020202020204" pitchFamily="34" charset="0"/>
                <a:ea typeface="Helvetica Neue"/>
                <a:cs typeface="Arial" panose="020B0604020202020204" pitchFamily="34" charset="0"/>
              </a:rPr>
              <a:t>КРУПНЫЙ </a:t>
            </a:r>
          </a:p>
          <a:p>
            <a:pPr algn="l">
              <a:lnSpc>
                <a:spcPct val="90000"/>
              </a:lnSpc>
            </a:pPr>
            <a:r>
              <a:rPr lang="ru-RU" sz="9000">
                <a:solidFill>
                  <a:srgbClr val="FFFFFF"/>
                </a:solidFill>
                <a:latin typeface="Arial" panose="020B0604020202020204" pitchFamily="34" charset="0"/>
                <a:ea typeface="Helvetica Neue"/>
                <a:cs typeface="Arial" panose="020B0604020202020204" pitchFamily="34" charset="0"/>
              </a:rPr>
              <a:t>ТЕКСТ СЛАЙДА</a:t>
            </a:r>
            <a:endParaRPr sz="80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BF511D5D-9B9A-E214-E846-BAC0E44693C2}"/>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39C42C0-D180-D7CB-8092-F2D503ED2586}"/>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447071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5EED43BC-0917-78CF-443A-AA7B698F5447}"/>
              </a:ext>
            </a:extLst>
          </p:cNvPr>
          <p:cNvSpPr>
            <a:spLocks noGrp="1"/>
          </p:cNvSpPr>
          <p:nvPr>
            <p:ph type="body" sz="quarter" idx="21"/>
          </p:nvPr>
        </p:nvSpPr>
        <p:spPr>
          <a:xfrm>
            <a:off x="463551" y="5376896"/>
            <a:ext cx="3598859" cy="323807"/>
          </a:xfrm>
        </p:spPr>
        <p:txBody>
          <a:bodyPr/>
          <a:lstStyle/>
          <a:p>
            <a:endParaRPr lang="ru-RU"/>
          </a:p>
        </p:txBody>
      </p:sp>
      <p:sp>
        <p:nvSpPr>
          <p:cNvPr id="4" name="Рисунок 3">
            <a:extLst>
              <a:ext uri="{FF2B5EF4-FFF2-40B4-BE49-F238E27FC236}">
                <a16:creationId xmlns:a16="http://schemas.microsoft.com/office/drawing/2014/main" id="{64D7C96B-993B-FC07-35CF-2EF030237EF2}"/>
              </a:ext>
            </a:extLst>
          </p:cNvPr>
          <p:cNvSpPr>
            <a:spLocks noGrp="1"/>
          </p:cNvSpPr>
          <p:nvPr>
            <p:ph type="pic" sz="half" idx="22"/>
          </p:nvPr>
        </p:nvSpPr>
        <p:spPr/>
        <p:txBody>
          <a:bodyPr/>
          <a:lstStyle/>
          <a:p>
            <a:endParaRPr lang="ru-RU"/>
          </a:p>
        </p:txBody>
      </p:sp>
      <p:sp>
        <p:nvSpPr>
          <p:cNvPr id="5" name="Текст 4">
            <a:extLst>
              <a:ext uri="{FF2B5EF4-FFF2-40B4-BE49-F238E27FC236}">
                <a16:creationId xmlns:a16="http://schemas.microsoft.com/office/drawing/2014/main" id="{8307F0F3-29C6-CC74-987A-0E3F74567680}"/>
              </a:ext>
            </a:extLst>
          </p:cNvPr>
          <p:cNvSpPr>
            <a:spLocks noGrp="1"/>
          </p:cNvSpPr>
          <p:nvPr>
            <p:ph type="body" sz="quarter" idx="23"/>
          </p:nvPr>
        </p:nvSpPr>
        <p:spPr>
          <a:xfrm>
            <a:off x="4279002" y="5376896"/>
            <a:ext cx="3609223" cy="323807"/>
          </a:xfrm>
        </p:spPr>
        <p:txBody>
          <a:bodyPr/>
          <a:lstStyle/>
          <a:p>
            <a:endParaRPr lang="ru-RU"/>
          </a:p>
        </p:txBody>
      </p:sp>
      <p:sp>
        <p:nvSpPr>
          <p:cNvPr id="6" name="Рисунок 5">
            <a:extLst>
              <a:ext uri="{FF2B5EF4-FFF2-40B4-BE49-F238E27FC236}">
                <a16:creationId xmlns:a16="http://schemas.microsoft.com/office/drawing/2014/main" id="{EDA5D198-9965-DA66-485F-0424D11E6F77}"/>
              </a:ext>
            </a:extLst>
          </p:cNvPr>
          <p:cNvSpPr>
            <a:spLocks noGrp="1"/>
          </p:cNvSpPr>
          <p:nvPr>
            <p:ph type="pic" sz="half" idx="24"/>
          </p:nvPr>
        </p:nvSpPr>
        <p:spPr/>
        <p:txBody>
          <a:bodyPr/>
          <a:lstStyle/>
          <a:p>
            <a:endParaRPr lang="ru-RU"/>
          </a:p>
        </p:txBody>
      </p:sp>
      <p:sp>
        <p:nvSpPr>
          <p:cNvPr id="7" name="Рисунок 6">
            <a:extLst>
              <a:ext uri="{FF2B5EF4-FFF2-40B4-BE49-F238E27FC236}">
                <a16:creationId xmlns:a16="http://schemas.microsoft.com/office/drawing/2014/main" id="{DFDCD695-72E6-B371-BEE9-57EA6E492B54}"/>
              </a:ext>
            </a:extLst>
          </p:cNvPr>
          <p:cNvSpPr>
            <a:spLocks noGrp="1"/>
          </p:cNvSpPr>
          <p:nvPr>
            <p:ph type="pic" sz="half" idx="25"/>
          </p:nvPr>
        </p:nvSpPr>
        <p:spPr/>
        <p:txBody>
          <a:bodyPr/>
          <a:lstStyle/>
          <a:p>
            <a:endParaRPr lang="ru-RU"/>
          </a:p>
        </p:txBody>
      </p:sp>
      <p:sp>
        <p:nvSpPr>
          <p:cNvPr id="8" name="Текст 7">
            <a:extLst>
              <a:ext uri="{FF2B5EF4-FFF2-40B4-BE49-F238E27FC236}">
                <a16:creationId xmlns:a16="http://schemas.microsoft.com/office/drawing/2014/main" id="{E3285223-BE83-F183-E039-A8716E4F0583}"/>
              </a:ext>
            </a:extLst>
          </p:cNvPr>
          <p:cNvSpPr>
            <a:spLocks noGrp="1"/>
          </p:cNvSpPr>
          <p:nvPr>
            <p:ph type="body" sz="quarter" idx="26"/>
          </p:nvPr>
        </p:nvSpPr>
        <p:spPr>
          <a:xfrm>
            <a:off x="8093550" y="5376896"/>
            <a:ext cx="3598860" cy="323807"/>
          </a:xfrm>
        </p:spPr>
        <p:txBody>
          <a:bodyPr/>
          <a:lstStyle/>
          <a:p>
            <a:endParaRPr lang="ru-RU"/>
          </a:p>
        </p:txBody>
      </p:sp>
      <p:sp>
        <p:nvSpPr>
          <p:cNvPr id="13" name="Google Shape;63;p9">
            <a:extLst>
              <a:ext uri="{FF2B5EF4-FFF2-40B4-BE49-F238E27FC236}">
                <a16:creationId xmlns:a16="http://schemas.microsoft.com/office/drawing/2014/main" id="{07E7DF5B-9DBD-AB92-0233-2D3F8C95C20E}"/>
              </a:ext>
            </a:extLst>
          </p:cNvPr>
          <p:cNvSpPr txBox="1"/>
          <p:nvPr/>
        </p:nvSpPr>
        <p:spPr>
          <a:xfrm>
            <a:off x="353392" y="315040"/>
            <a:ext cx="8853670" cy="1107996"/>
          </a:xfrm>
          <a:prstGeom prst="rect">
            <a:avLst/>
          </a:prstGeom>
          <a:noFill/>
          <a:ln>
            <a:noFill/>
          </a:ln>
        </p:spPr>
        <p:txBody>
          <a:bodyPr spcFirstLastPara="1" wrap="square" lIns="0" tIns="0" rIns="0" bIns="0" anchor="t" anchorCtr="0">
            <a:spAutoFit/>
          </a:bodyPr>
          <a:lstStyle/>
          <a:p>
            <a:pPr algn="l">
              <a:lnSpc>
                <a:spcPct val="80000"/>
              </a:lnSpc>
            </a:pPr>
            <a:r>
              <a:rPr lang="ru-RU" sz="4500">
                <a:solidFill>
                  <a:srgbClr val="FFFFFF"/>
                </a:solidFill>
                <a:latin typeface="Arial" panose="020B0604020202020204" pitchFamily="34" charset="0"/>
                <a:ea typeface="Helvetica Neue"/>
                <a:cs typeface="Arial" panose="020B0604020202020204" pitchFamily="34" charset="0"/>
              </a:rPr>
              <a:t>ЗАГОЛОВОК СЛАЙДА</a:t>
            </a:r>
            <a:r>
              <a:rPr lang="en-US" sz="4500">
                <a:solidFill>
                  <a:srgbClr val="FFFFFF"/>
                </a:solidFill>
                <a:latin typeface="Arial" panose="020B0604020202020204" pitchFamily="34" charset="0"/>
                <a:ea typeface="Helvetica Neue"/>
                <a:cs typeface="Arial" panose="020B0604020202020204" pitchFamily="34" charset="0"/>
              </a:rPr>
              <a:t> </a:t>
            </a:r>
            <a:r>
              <a:rPr lang="ru-RU" sz="4500">
                <a:solidFill>
                  <a:srgbClr val="FFFFFF"/>
                </a:solidFill>
                <a:latin typeface="Arial" panose="020B0604020202020204" pitchFamily="34" charset="0"/>
                <a:ea typeface="Helvetica Neue"/>
                <a:cs typeface="Arial" panose="020B0604020202020204" pitchFamily="34" charset="0"/>
              </a:rPr>
              <a:t>В ДВЕ ИЛИ ТРИ СТРОКИ</a:t>
            </a:r>
            <a:endParaRPr sz="80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3AB051B3-C682-67EF-EA72-D2E9770B6962}"/>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D2FB790C-6100-8473-2C88-6CCEC4E4800A}"/>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936226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Рисунок 1">
            <a:extLst>
              <a:ext uri="{FF2B5EF4-FFF2-40B4-BE49-F238E27FC236}">
                <a16:creationId xmlns:a16="http://schemas.microsoft.com/office/drawing/2014/main" id="{82925E9A-4E9D-B3B0-2B9F-333B9D861554}"/>
              </a:ext>
            </a:extLst>
          </p:cNvPr>
          <p:cNvSpPr>
            <a:spLocks noGrp="1"/>
          </p:cNvSpPr>
          <p:nvPr>
            <p:ph type="pic" idx="21"/>
          </p:nvPr>
        </p:nvSpPr>
        <p:spPr/>
        <p:txBody>
          <a:bodyPr/>
          <a:lstStyle/>
          <a:p>
            <a:endParaRPr lang="ru-RU"/>
          </a:p>
        </p:txBody>
      </p:sp>
      <p:sp>
        <p:nvSpPr>
          <p:cNvPr id="3" name="TextBox 2">
            <a:extLst>
              <a:ext uri="{FF2B5EF4-FFF2-40B4-BE49-F238E27FC236}">
                <a16:creationId xmlns:a16="http://schemas.microsoft.com/office/drawing/2014/main" id="{F3607A70-B3BE-AE7E-DE26-58F8F8DB2D82}"/>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AF68485D-9F10-41D2-68DB-352CC948A482}"/>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135424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857407C9-AA93-AD57-C4A1-D5E136473C9B}"/>
              </a:ext>
            </a:extLst>
          </p:cNvPr>
          <p:cNvSpPr>
            <a:spLocks noGrp="1"/>
          </p:cNvSpPr>
          <p:nvPr>
            <p:ph type="body" sz="quarter" idx="21"/>
          </p:nvPr>
        </p:nvSpPr>
        <p:spPr/>
        <p:txBody>
          <a:bodyPr/>
          <a:lstStyle/>
          <a:p>
            <a:r>
              <a:rPr lang="ru-RU" dirty="0"/>
              <a:t>01</a:t>
            </a:r>
          </a:p>
        </p:txBody>
      </p:sp>
      <p:sp>
        <p:nvSpPr>
          <p:cNvPr id="4" name="Текст 3">
            <a:extLst>
              <a:ext uri="{FF2B5EF4-FFF2-40B4-BE49-F238E27FC236}">
                <a16:creationId xmlns:a16="http://schemas.microsoft.com/office/drawing/2014/main" id="{918BC887-BD35-98BB-37F6-976F2CC4A312}"/>
              </a:ext>
            </a:extLst>
          </p:cNvPr>
          <p:cNvSpPr>
            <a:spLocks noGrp="1"/>
          </p:cNvSpPr>
          <p:nvPr>
            <p:ph type="body" sz="quarter" idx="22"/>
          </p:nvPr>
        </p:nvSpPr>
        <p:spPr>
          <a:xfrm>
            <a:off x="357795" y="2493159"/>
            <a:ext cx="3492692" cy="1095877"/>
          </a:xfrm>
        </p:spPr>
        <p:txBody>
          <a:bodyPr/>
          <a:lstStyle/>
          <a:p>
            <a:r>
              <a:rPr lang="ru-RU" dirty="0"/>
              <a:t>Пример текстового блока </a:t>
            </a:r>
            <a:r>
              <a:rPr lang="en" dirty="0"/>
              <a:t>lorem ipsum dolor sit met lorem ipsum dolor sit </a:t>
            </a:r>
            <a:r>
              <a:rPr lang="en" dirty="0" err="1"/>
              <a:t>amet</a:t>
            </a:r>
            <a:r>
              <a:rPr lang="en" dirty="0"/>
              <a:t> </a:t>
            </a:r>
            <a:r>
              <a:rPr lang="ru-RU" dirty="0"/>
              <a:t>в три-четыре строчки </a:t>
            </a:r>
          </a:p>
          <a:p>
            <a:endParaRPr lang="ru-RU" dirty="0"/>
          </a:p>
        </p:txBody>
      </p:sp>
      <p:sp>
        <p:nvSpPr>
          <p:cNvPr id="5" name="Текст 4">
            <a:extLst>
              <a:ext uri="{FF2B5EF4-FFF2-40B4-BE49-F238E27FC236}">
                <a16:creationId xmlns:a16="http://schemas.microsoft.com/office/drawing/2014/main" id="{8BF88276-19D9-D3EE-01DA-4379887741BB}"/>
              </a:ext>
            </a:extLst>
          </p:cNvPr>
          <p:cNvSpPr>
            <a:spLocks noGrp="1"/>
          </p:cNvSpPr>
          <p:nvPr>
            <p:ph type="body" sz="quarter" idx="23"/>
          </p:nvPr>
        </p:nvSpPr>
        <p:spPr/>
        <p:txBody>
          <a:bodyPr/>
          <a:lstStyle/>
          <a:p>
            <a:r>
              <a:rPr lang="ru-RU" dirty="0"/>
              <a:t>02</a:t>
            </a:r>
          </a:p>
        </p:txBody>
      </p:sp>
      <p:sp>
        <p:nvSpPr>
          <p:cNvPr id="6" name="Текст 5">
            <a:extLst>
              <a:ext uri="{FF2B5EF4-FFF2-40B4-BE49-F238E27FC236}">
                <a16:creationId xmlns:a16="http://schemas.microsoft.com/office/drawing/2014/main" id="{8413FD97-0CFF-340A-2F55-3C1DE365558D}"/>
              </a:ext>
            </a:extLst>
          </p:cNvPr>
          <p:cNvSpPr>
            <a:spLocks noGrp="1"/>
          </p:cNvSpPr>
          <p:nvPr>
            <p:ph type="body" sz="quarter" idx="24"/>
          </p:nvPr>
        </p:nvSpPr>
        <p:spPr>
          <a:xfrm>
            <a:off x="4327430" y="2493159"/>
            <a:ext cx="3492692" cy="1095877"/>
          </a:xfrm>
        </p:spPr>
        <p:txBody>
          <a:bodyPr/>
          <a:lstStyle/>
          <a:p>
            <a:r>
              <a:rPr lang="ru-RU" dirty="0"/>
              <a:t>Пример текстового блока </a:t>
            </a:r>
            <a:r>
              <a:rPr lang="en" dirty="0"/>
              <a:t>lorem ipsum dolor sit met lorem ipsum dolor sit </a:t>
            </a:r>
            <a:r>
              <a:rPr lang="en" dirty="0" err="1"/>
              <a:t>amet</a:t>
            </a:r>
            <a:r>
              <a:rPr lang="en" dirty="0"/>
              <a:t> </a:t>
            </a:r>
            <a:r>
              <a:rPr lang="ru-RU" dirty="0"/>
              <a:t>в три-четыре строчки </a:t>
            </a:r>
          </a:p>
          <a:p>
            <a:endParaRPr lang="ru-RU" dirty="0"/>
          </a:p>
        </p:txBody>
      </p:sp>
      <p:sp>
        <p:nvSpPr>
          <p:cNvPr id="7" name="Текст 6">
            <a:extLst>
              <a:ext uri="{FF2B5EF4-FFF2-40B4-BE49-F238E27FC236}">
                <a16:creationId xmlns:a16="http://schemas.microsoft.com/office/drawing/2014/main" id="{9694C3F8-FCA0-98E5-7834-200807A2531A}"/>
              </a:ext>
            </a:extLst>
          </p:cNvPr>
          <p:cNvSpPr>
            <a:spLocks noGrp="1"/>
          </p:cNvSpPr>
          <p:nvPr>
            <p:ph type="body" sz="quarter" idx="25"/>
          </p:nvPr>
        </p:nvSpPr>
        <p:spPr>
          <a:xfrm>
            <a:off x="8193272" y="1896259"/>
            <a:ext cx="3492692" cy="406009"/>
          </a:xfrm>
        </p:spPr>
        <p:txBody>
          <a:bodyPr/>
          <a:lstStyle/>
          <a:p>
            <a:r>
              <a:rPr lang="ru-RU" dirty="0"/>
              <a:t>03</a:t>
            </a:r>
          </a:p>
        </p:txBody>
      </p:sp>
      <p:sp>
        <p:nvSpPr>
          <p:cNvPr id="8" name="Текст 7">
            <a:extLst>
              <a:ext uri="{FF2B5EF4-FFF2-40B4-BE49-F238E27FC236}">
                <a16:creationId xmlns:a16="http://schemas.microsoft.com/office/drawing/2014/main" id="{80C06546-1733-78B1-1DD6-92C0C3AE30A2}"/>
              </a:ext>
            </a:extLst>
          </p:cNvPr>
          <p:cNvSpPr>
            <a:spLocks noGrp="1"/>
          </p:cNvSpPr>
          <p:nvPr>
            <p:ph type="body" sz="quarter" idx="26"/>
          </p:nvPr>
        </p:nvSpPr>
        <p:spPr>
          <a:xfrm>
            <a:off x="8209038" y="2493159"/>
            <a:ext cx="3492692" cy="1095877"/>
          </a:xfrm>
        </p:spPr>
        <p:txBody>
          <a:bodyPr/>
          <a:lstStyle/>
          <a:p>
            <a:r>
              <a:rPr lang="ru-RU" dirty="0"/>
              <a:t>Пример текстового блока </a:t>
            </a:r>
            <a:r>
              <a:rPr lang="en" dirty="0"/>
              <a:t>lorem ipsum dolor sit met lorem ipsum dolor sit </a:t>
            </a:r>
            <a:r>
              <a:rPr lang="en" dirty="0" err="1"/>
              <a:t>amet</a:t>
            </a:r>
            <a:r>
              <a:rPr lang="en" dirty="0"/>
              <a:t> </a:t>
            </a:r>
            <a:r>
              <a:rPr lang="ru-RU" dirty="0"/>
              <a:t>в три-четыре строчки </a:t>
            </a:r>
          </a:p>
          <a:p>
            <a:endParaRPr lang="ru-RU" dirty="0"/>
          </a:p>
        </p:txBody>
      </p:sp>
      <p:sp>
        <p:nvSpPr>
          <p:cNvPr id="9" name="Текст 8">
            <a:extLst>
              <a:ext uri="{FF2B5EF4-FFF2-40B4-BE49-F238E27FC236}">
                <a16:creationId xmlns:a16="http://schemas.microsoft.com/office/drawing/2014/main" id="{798A5874-8C66-513B-29AE-8DA6BF56D3DF}"/>
              </a:ext>
            </a:extLst>
          </p:cNvPr>
          <p:cNvSpPr>
            <a:spLocks noGrp="1"/>
          </p:cNvSpPr>
          <p:nvPr>
            <p:ph type="body" sz="quarter" idx="27"/>
          </p:nvPr>
        </p:nvSpPr>
        <p:spPr/>
        <p:txBody>
          <a:bodyPr/>
          <a:lstStyle/>
          <a:p>
            <a:r>
              <a:rPr lang="ru-RU" dirty="0"/>
              <a:t>04</a:t>
            </a:r>
          </a:p>
        </p:txBody>
      </p:sp>
      <p:sp>
        <p:nvSpPr>
          <p:cNvPr id="10" name="Текст 9">
            <a:extLst>
              <a:ext uri="{FF2B5EF4-FFF2-40B4-BE49-F238E27FC236}">
                <a16:creationId xmlns:a16="http://schemas.microsoft.com/office/drawing/2014/main" id="{BBD139D5-17D9-6BBA-3BBC-A3F63F1CCB4C}"/>
              </a:ext>
            </a:extLst>
          </p:cNvPr>
          <p:cNvSpPr>
            <a:spLocks noGrp="1"/>
          </p:cNvSpPr>
          <p:nvPr>
            <p:ph type="body" sz="quarter" idx="28"/>
          </p:nvPr>
        </p:nvSpPr>
        <p:spPr>
          <a:xfrm>
            <a:off x="357795" y="4804559"/>
            <a:ext cx="3492692" cy="1095877"/>
          </a:xfrm>
        </p:spPr>
        <p:txBody>
          <a:bodyPr/>
          <a:lstStyle/>
          <a:p>
            <a:r>
              <a:rPr lang="ru-RU" dirty="0"/>
              <a:t>Пример текстового блока </a:t>
            </a:r>
            <a:r>
              <a:rPr lang="en" dirty="0"/>
              <a:t>lorem ipsum dolor sit met lorem ipsum dolor sit </a:t>
            </a:r>
            <a:r>
              <a:rPr lang="en" dirty="0" err="1"/>
              <a:t>amet</a:t>
            </a:r>
            <a:r>
              <a:rPr lang="en" dirty="0"/>
              <a:t> </a:t>
            </a:r>
            <a:r>
              <a:rPr lang="ru-RU" dirty="0"/>
              <a:t>в три-четыре строчки </a:t>
            </a:r>
          </a:p>
          <a:p>
            <a:endParaRPr lang="ru-RU" dirty="0"/>
          </a:p>
        </p:txBody>
      </p:sp>
      <p:sp>
        <p:nvSpPr>
          <p:cNvPr id="11" name="Текст 10">
            <a:extLst>
              <a:ext uri="{FF2B5EF4-FFF2-40B4-BE49-F238E27FC236}">
                <a16:creationId xmlns:a16="http://schemas.microsoft.com/office/drawing/2014/main" id="{871091DA-9771-9C37-1DE7-FE8CBDE5208A}"/>
              </a:ext>
            </a:extLst>
          </p:cNvPr>
          <p:cNvSpPr>
            <a:spLocks noGrp="1"/>
          </p:cNvSpPr>
          <p:nvPr>
            <p:ph type="body" sz="quarter" idx="29"/>
          </p:nvPr>
        </p:nvSpPr>
        <p:spPr/>
        <p:txBody>
          <a:bodyPr/>
          <a:lstStyle/>
          <a:p>
            <a:r>
              <a:rPr lang="ru-RU" dirty="0"/>
              <a:t>05</a:t>
            </a:r>
          </a:p>
        </p:txBody>
      </p:sp>
      <p:sp>
        <p:nvSpPr>
          <p:cNvPr id="12" name="Текст 11">
            <a:extLst>
              <a:ext uri="{FF2B5EF4-FFF2-40B4-BE49-F238E27FC236}">
                <a16:creationId xmlns:a16="http://schemas.microsoft.com/office/drawing/2014/main" id="{34515B51-91F2-95B0-09C4-27CAD9CD8FA8}"/>
              </a:ext>
            </a:extLst>
          </p:cNvPr>
          <p:cNvSpPr>
            <a:spLocks noGrp="1"/>
          </p:cNvSpPr>
          <p:nvPr>
            <p:ph type="body" sz="quarter" idx="30"/>
          </p:nvPr>
        </p:nvSpPr>
        <p:spPr>
          <a:xfrm>
            <a:off x="4327430" y="4804559"/>
            <a:ext cx="3492692" cy="1095877"/>
          </a:xfrm>
        </p:spPr>
        <p:txBody>
          <a:bodyPr/>
          <a:lstStyle/>
          <a:p>
            <a:r>
              <a:rPr lang="ru-RU" dirty="0"/>
              <a:t>Пример текстового блока </a:t>
            </a:r>
            <a:r>
              <a:rPr lang="en" dirty="0"/>
              <a:t>lorem ipsum dolor sit met lorem ipsum dolor sit </a:t>
            </a:r>
            <a:r>
              <a:rPr lang="en" dirty="0" err="1"/>
              <a:t>amet</a:t>
            </a:r>
            <a:r>
              <a:rPr lang="en" dirty="0"/>
              <a:t> </a:t>
            </a:r>
            <a:r>
              <a:rPr lang="ru-RU" dirty="0"/>
              <a:t>в три-четыре строчки </a:t>
            </a:r>
          </a:p>
          <a:p>
            <a:endParaRPr lang="ru-RU" dirty="0"/>
          </a:p>
        </p:txBody>
      </p:sp>
      <p:sp>
        <p:nvSpPr>
          <p:cNvPr id="13" name="Текст 12">
            <a:extLst>
              <a:ext uri="{FF2B5EF4-FFF2-40B4-BE49-F238E27FC236}">
                <a16:creationId xmlns:a16="http://schemas.microsoft.com/office/drawing/2014/main" id="{036FCEEC-A224-535E-66B9-68EEC2B187C2}"/>
              </a:ext>
            </a:extLst>
          </p:cNvPr>
          <p:cNvSpPr>
            <a:spLocks noGrp="1"/>
          </p:cNvSpPr>
          <p:nvPr>
            <p:ph type="body" sz="quarter" idx="31"/>
          </p:nvPr>
        </p:nvSpPr>
        <p:spPr>
          <a:xfrm>
            <a:off x="8193272" y="4207659"/>
            <a:ext cx="3492692" cy="406009"/>
          </a:xfrm>
        </p:spPr>
        <p:txBody>
          <a:bodyPr/>
          <a:lstStyle/>
          <a:p>
            <a:r>
              <a:rPr lang="ru-RU" dirty="0"/>
              <a:t>06</a:t>
            </a:r>
          </a:p>
        </p:txBody>
      </p:sp>
      <p:sp>
        <p:nvSpPr>
          <p:cNvPr id="14" name="Текст 13">
            <a:extLst>
              <a:ext uri="{FF2B5EF4-FFF2-40B4-BE49-F238E27FC236}">
                <a16:creationId xmlns:a16="http://schemas.microsoft.com/office/drawing/2014/main" id="{B7FF5017-5A21-99C8-C7AC-49BD20AAE250}"/>
              </a:ext>
            </a:extLst>
          </p:cNvPr>
          <p:cNvSpPr>
            <a:spLocks noGrp="1"/>
          </p:cNvSpPr>
          <p:nvPr>
            <p:ph type="body" sz="quarter" idx="32"/>
          </p:nvPr>
        </p:nvSpPr>
        <p:spPr>
          <a:xfrm>
            <a:off x="8209038" y="4804559"/>
            <a:ext cx="3492692" cy="1095877"/>
          </a:xfrm>
        </p:spPr>
        <p:txBody>
          <a:bodyPr/>
          <a:lstStyle/>
          <a:p>
            <a:r>
              <a:rPr lang="ru-RU" dirty="0"/>
              <a:t>Пример текстового блока </a:t>
            </a:r>
            <a:r>
              <a:rPr lang="en" dirty="0"/>
              <a:t>lorem ipsum dolor sit met lorem ipsum dolor sit </a:t>
            </a:r>
            <a:r>
              <a:rPr lang="en" dirty="0" err="1"/>
              <a:t>amet</a:t>
            </a:r>
            <a:r>
              <a:rPr lang="en" dirty="0"/>
              <a:t> </a:t>
            </a:r>
            <a:r>
              <a:rPr lang="ru-RU" dirty="0"/>
              <a:t>в три-четыре строчки </a:t>
            </a:r>
          </a:p>
          <a:p>
            <a:endParaRPr lang="ru-RU" dirty="0"/>
          </a:p>
        </p:txBody>
      </p:sp>
      <p:sp>
        <p:nvSpPr>
          <p:cNvPr id="17" name="Google Shape;63;p9">
            <a:extLst>
              <a:ext uri="{FF2B5EF4-FFF2-40B4-BE49-F238E27FC236}">
                <a16:creationId xmlns:a16="http://schemas.microsoft.com/office/drawing/2014/main" id="{7087227F-44E5-728E-150C-801A3D1F7B68}"/>
              </a:ext>
            </a:extLst>
          </p:cNvPr>
          <p:cNvSpPr txBox="1"/>
          <p:nvPr/>
        </p:nvSpPr>
        <p:spPr>
          <a:xfrm>
            <a:off x="353392" y="315040"/>
            <a:ext cx="8853670" cy="1107996"/>
          </a:xfrm>
          <a:prstGeom prst="rect">
            <a:avLst/>
          </a:prstGeom>
          <a:noFill/>
          <a:ln>
            <a:noFill/>
          </a:ln>
        </p:spPr>
        <p:txBody>
          <a:bodyPr spcFirstLastPara="1" wrap="square" lIns="0" tIns="0" rIns="0" bIns="0" anchor="t" anchorCtr="0">
            <a:spAutoFit/>
          </a:bodyPr>
          <a:lstStyle/>
          <a:p>
            <a:pPr algn="l">
              <a:lnSpc>
                <a:spcPct val="80000"/>
              </a:lnSpc>
            </a:pPr>
            <a:r>
              <a:rPr lang="ru-RU" sz="4500">
                <a:solidFill>
                  <a:srgbClr val="FFFFFF"/>
                </a:solidFill>
                <a:latin typeface="Arial" panose="020B0604020202020204" pitchFamily="34" charset="0"/>
                <a:ea typeface="Helvetica Neue"/>
                <a:cs typeface="Arial" panose="020B0604020202020204" pitchFamily="34" charset="0"/>
              </a:rPr>
              <a:t>ЗАГОЛОВОК СЛАЙДА</a:t>
            </a:r>
            <a:r>
              <a:rPr lang="en-US" sz="4500">
                <a:solidFill>
                  <a:srgbClr val="FFFFFF"/>
                </a:solidFill>
                <a:latin typeface="Arial" panose="020B0604020202020204" pitchFamily="34" charset="0"/>
                <a:ea typeface="Helvetica Neue"/>
                <a:cs typeface="Arial" panose="020B0604020202020204" pitchFamily="34" charset="0"/>
              </a:rPr>
              <a:t> </a:t>
            </a:r>
            <a:r>
              <a:rPr lang="ru-RU" sz="4500">
                <a:solidFill>
                  <a:srgbClr val="FFFFFF"/>
                </a:solidFill>
                <a:latin typeface="Arial" panose="020B0604020202020204" pitchFamily="34" charset="0"/>
                <a:ea typeface="Helvetica Neue"/>
                <a:cs typeface="Arial" panose="020B0604020202020204" pitchFamily="34" charset="0"/>
              </a:rPr>
              <a:t>В ДВЕ ИЛИ ТРИ СТРОКИ</a:t>
            </a:r>
            <a:endParaRPr sz="800">
              <a:latin typeface="Arial" panose="020B0604020202020204" pitchFamily="34" charset="0"/>
              <a:cs typeface="Arial" panose="020B0604020202020204" pitchFamily="34" charset="0"/>
            </a:endParaRPr>
          </a:p>
        </p:txBody>
      </p:sp>
      <p:cxnSp>
        <p:nvCxnSpPr>
          <p:cNvPr id="18" name="Прямая соединительная линия 17">
            <a:extLst>
              <a:ext uri="{FF2B5EF4-FFF2-40B4-BE49-F238E27FC236}">
                <a16:creationId xmlns:a16="http://schemas.microsoft.com/office/drawing/2014/main" id="{8B23DCFC-BB53-17AF-C35D-AF0792A3935F}"/>
              </a:ext>
            </a:extLst>
          </p:cNvPr>
          <p:cNvCxnSpPr>
            <a:cxnSpLocks/>
          </p:cNvCxnSpPr>
          <p:nvPr/>
        </p:nvCxnSpPr>
        <p:spPr>
          <a:xfrm>
            <a:off x="345809" y="3785778"/>
            <a:ext cx="11510674" cy="0"/>
          </a:xfrm>
          <a:prstGeom prst="line">
            <a:avLst/>
          </a:prstGeom>
          <a:noFill/>
          <a:ln w="12700" cap="flat">
            <a:solidFill>
              <a:schemeClr val="accent2"/>
            </a:solidFill>
            <a:prstDash val="solid"/>
            <a:miter lim="400000"/>
          </a:ln>
          <a:effectLst/>
          <a:sp3d/>
        </p:spPr>
        <p:style>
          <a:lnRef idx="0">
            <a:scrgbClr r="0" g="0" b="0"/>
          </a:lnRef>
          <a:fillRef idx="0">
            <a:scrgbClr r="0" g="0" b="0"/>
          </a:fillRef>
          <a:effectRef idx="0">
            <a:scrgbClr r="0" g="0" b="0"/>
          </a:effectRef>
          <a:fontRef idx="none"/>
        </p:style>
      </p:cxnSp>
      <p:sp>
        <p:nvSpPr>
          <p:cNvPr id="2" name="TextBox 1">
            <a:extLst>
              <a:ext uri="{FF2B5EF4-FFF2-40B4-BE49-F238E27FC236}">
                <a16:creationId xmlns:a16="http://schemas.microsoft.com/office/drawing/2014/main" id="{87854A68-5CB7-3894-49C0-7ADC0AA348ED}"/>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EB7FEADF-EAD0-4912-75D0-DC0BD73F1175}"/>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195585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Текст 4">
            <a:extLst>
              <a:ext uri="{FF2B5EF4-FFF2-40B4-BE49-F238E27FC236}">
                <a16:creationId xmlns:a16="http://schemas.microsoft.com/office/drawing/2014/main" id="{F2A617E6-AB14-7103-6DD9-7E895A6715F9}"/>
              </a:ext>
            </a:extLst>
          </p:cNvPr>
          <p:cNvSpPr txBox="1">
            <a:spLocks/>
          </p:cNvSpPr>
          <p:nvPr/>
        </p:nvSpPr>
        <p:spPr>
          <a:xfrm>
            <a:off x="243032" y="2587604"/>
            <a:ext cx="3621476" cy="3487731"/>
          </a:xfrm>
          <a:prstGeom prst="rect">
            <a:avLst/>
          </a:prstGeom>
        </p:spPr>
        <p:txBody>
          <a:bodyPr/>
          <a:lstStyle>
            <a:lvl1pPr marL="0" marR="0" indent="0" algn="l" defTabSz="412740" rtl="0" latinLnBrk="0">
              <a:lnSpc>
                <a:spcPct val="100000"/>
              </a:lnSpc>
              <a:spcBef>
                <a:spcPts val="0"/>
              </a:spcBef>
              <a:spcAft>
                <a:spcPts val="0"/>
              </a:spcAft>
              <a:buClrTx/>
              <a:buSzTx/>
              <a:buFontTx/>
              <a:buNone/>
              <a:tabLst/>
              <a:defRPr sz="1200" b="1" i="0" u="none" strike="noStrike" cap="none" spc="0" baseline="0">
                <a:solidFill>
                  <a:srgbClr val="000000"/>
                </a:solidFill>
                <a:uFillTx/>
                <a:latin typeface="+mn-lt"/>
                <a:ea typeface="+mn-ea"/>
                <a:cs typeface="+mn-cs"/>
                <a:sym typeface="Helvetica Neue"/>
              </a:defRPr>
            </a:lvl1pPr>
            <a:lvl2pPr marL="0" marR="0" indent="228594"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2pPr>
            <a:lvl3pPr marL="0" marR="0" indent="457189"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3pPr>
            <a:lvl4pPr marL="0" marR="0" indent="685783"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4pPr>
            <a:lvl5pPr marL="0" marR="0" indent="914377"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5pPr>
            <a:lvl6pPr marL="0" marR="0" indent="1142971"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6pPr>
            <a:lvl7pPr marL="0" marR="0" indent="1371566"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7pPr>
            <a:lvl8pPr marL="0" marR="0" indent="1600160"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8pPr>
            <a:lvl9pPr marL="0" marR="0" indent="1828754"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9pPr>
          </a:lstStyle>
          <a:p>
            <a:pPr hangingPunct="1"/>
            <a:r>
              <a:rPr lang="ru-RU" b="0" dirty="0">
                <a:solidFill>
                  <a:schemeClr val="bg1"/>
                </a:solidFill>
                <a:latin typeface="Arial" panose="020B0604020202020204" pitchFamily="34" charset="0"/>
                <a:cs typeface="Arial" panose="020B0604020202020204" pitchFamily="34" charset="0"/>
              </a:rPr>
              <a:t>Сфера взыскания стремительно меняется. Общество, Экономика, Регулирование, Технологии задают новые тренды. Лидеры рынка, идеологи происходящих и грядущих изменений озвучат перспективы и обсудят их с участниками на конференции </a:t>
            </a:r>
            <a:r>
              <a:rPr lang="en" b="0" dirty="0">
                <a:solidFill>
                  <a:schemeClr val="bg1"/>
                </a:solidFill>
                <a:latin typeface="Arial" panose="020B0604020202020204" pitchFamily="34" charset="0"/>
                <a:cs typeface="Arial" panose="020B0604020202020204" pitchFamily="34" charset="0"/>
              </a:rPr>
              <a:t>DOLG TALK 202</a:t>
            </a:r>
            <a:r>
              <a:rPr lang="ru-RU" b="0" dirty="0">
                <a:solidFill>
                  <a:schemeClr val="bg1"/>
                </a:solidFill>
                <a:latin typeface="Arial" panose="020B0604020202020204" pitchFamily="34" charset="0"/>
                <a:cs typeface="Arial" panose="020B0604020202020204" pitchFamily="34" charset="0"/>
              </a:rPr>
              <a:t>6</a:t>
            </a:r>
            <a:r>
              <a:rPr lang="en" b="0" dirty="0">
                <a:solidFill>
                  <a:schemeClr val="bg1"/>
                </a:solidFill>
                <a:latin typeface="Arial" panose="020B0604020202020204" pitchFamily="34" charset="0"/>
                <a:cs typeface="Arial" panose="020B0604020202020204" pitchFamily="34" charset="0"/>
              </a:rPr>
              <a:t>.  </a:t>
            </a:r>
            <a:endParaRPr lang="ru-RU" b="0" dirty="0">
              <a:solidFill>
                <a:schemeClr val="bg1"/>
              </a:solidFill>
              <a:latin typeface="Arial" panose="020B0604020202020204" pitchFamily="34" charset="0"/>
              <a:cs typeface="Arial" panose="020B0604020202020204" pitchFamily="34" charset="0"/>
            </a:endParaRPr>
          </a:p>
          <a:p>
            <a:pPr hangingPunct="1"/>
            <a:endParaRPr lang="ru-RU" b="0" dirty="0">
              <a:solidFill>
                <a:schemeClr val="bg1"/>
              </a:solidFill>
              <a:latin typeface="Arial" panose="020B0604020202020204" pitchFamily="34" charset="0"/>
              <a:cs typeface="Arial" panose="020B0604020202020204" pitchFamily="34" charset="0"/>
            </a:endParaRPr>
          </a:p>
          <a:p>
            <a:pPr hangingPunct="1"/>
            <a:r>
              <a:rPr lang="ru-RU" b="0" dirty="0">
                <a:solidFill>
                  <a:schemeClr val="bg1"/>
                </a:solidFill>
                <a:latin typeface="Arial" panose="020B0604020202020204" pitchFamily="34" charset="0"/>
                <a:cs typeface="Arial" panose="020B0604020202020204" pitchFamily="34" charset="0"/>
              </a:rPr>
              <a:t>Выделенные зоны для переговоров, сервис бизнес-знакомств, тихая зона для неформального общения позволят участникам максимально выгодно использовать своё присутствие на Конференции. Вечерний фуршет и развлекательная программа укрепят новые деловые связи.</a:t>
            </a:r>
          </a:p>
          <a:p>
            <a:pPr hangingPunct="1"/>
            <a:endParaRPr lang="ru-RU" b="0" dirty="0">
              <a:solidFill>
                <a:schemeClr val="bg1"/>
              </a:solidFill>
              <a:latin typeface="Arial" panose="020B0604020202020204" pitchFamily="34" charset="0"/>
              <a:cs typeface="Arial" panose="020B0604020202020204" pitchFamily="34" charset="0"/>
            </a:endParaRPr>
          </a:p>
        </p:txBody>
      </p:sp>
      <p:sp>
        <p:nvSpPr>
          <p:cNvPr id="16" name="Текст 4">
            <a:extLst>
              <a:ext uri="{FF2B5EF4-FFF2-40B4-BE49-F238E27FC236}">
                <a16:creationId xmlns:a16="http://schemas.microsoft.com/office/drawing/2014/main" id="{73E9C93F-8AB0-7046-F223-CAE81091C175}"/>
              </a:ext>
            </a:extLst>
          </p:cNvPr>
          <p:cNvSpPr txBox="1">
            <a:spLocks/>
          </p:cNvSpPr>
          <p:nvPr/>
        </p:nvSpPr>
        <p:spPr>
          <a:xfrm>
            <a:off x="4271545" y="2587604"/>
            <a:ext cx="3621476" cy="3487731"/>
          </a:xfrm>
          <a:prstGeom prst="rect">
            <a:avLst/>
          </a:prstGeom>
        </p:spPr>
        <p:txBody>
          <a:bodyPr/>
          <a:lstStyle>
            <a:lvl1pPr marL="0" marR="0" indent="0" algn="l" defTabSz="412740" rtl="0" latinLnBrk="0">
              <a:lnSpc>
                <a:spcPct val="100000"/>
              </a:lnSpc>
              <a:spcBef>
                <a:spcPts val="0"/>
              </a:spcBef>
              <a:spcAft>
                <a:spcPts val="0"/>
              </a:spcAft>
              <a:buClrTx/>
              <a:buSzTx/>
              <a:buFontTx/>
              <a:buNone/>
              <a:tabLst/>
              <a:defRPr sz="1200" b="1" i="0" u="none" strike="noStrike" cap="none" spc="0" baseline="0">
                <a:solidFill>
                  <a:srgbClr val="000000"/>
                </a:solidFill>
                <a:uFillTx/>
                <a:latin typeface="+mn-lt"/>
                <a:ea typeface="+mn-ea"/>
                <a:cs typeface="+mn-cs"/>
                <a:sym typeface="Helvetica Neue"/>
              </a:defRPr>
            </a:lvl1pPr>
            <a:lvl2pPr marL="0" marR="0" indent="228594"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2pPr>
            <a:lvl3pPr marL="0" marR="0" indent="457189"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3pPr>
            <a:lvl4pPr marL="0" marR="0" indent="685783"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4pPr>
            <a:lvl5pPr marL="0" marR="0" indent="914377"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5pPr>
            <a:lvl6pPr marL="0" marR="0" indent="1142971"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6pPr>
            <a:lvl7pPr marL="0" marR="0" indent="1371566"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7pPr>
            <a:lvl8pPr marL="0" marR="0" indent="1600160"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8pPr>
            <a:lvl9pPr marL="0" marR="0" indent="1828754"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9pPr>
          </a:lstStyle>
          <a:p>
            <a:pPr hangingPunct="1"/>
            <a:r>
              <a:rPr lang="ru-RU" b="0" dirty="0">
                <a:solidFill>
                  <a:schemeClr val="bg1"/>
                </a:solidFill>
                <a:latin typeface="Arial" panose="020B0604020202020204" pitchFamily="34" charset="0"/>
                <a:cs typeface="Arial" panose="020B0604020202020204" pitchFamily="34" charset="0"/>
              </a:rPr>
              <a:t>Сфера взыскания стремительно меняется. Общество, Экономика, Регулирование, Технологии задают новые тренды. Лидеры рынка, идеологи происходящих и грядущих изменений озвучат перспективы и обсудят их с участниками на конференции </a:t>
            </a:r>
            <a:r>
              <a:rPr lang="en" b="0" dirty="0">
                <a:solidFill>
                  <a:schemeClr val="bg1"/>
                </a:solidFill>
                <a:latin typeface="Arial" panose="020B0604020202020204" pitchFamily="34" charset="0"/>
                <a:cs typeface="Arial" panose="020B0604020202020204" pitchFamily="34" charset="0"/>
              </a:rPr>
              <a:t>DOLG TALK 202</a:t>
            </a:r>
            <a:r>
              <a:rPr lang="ru-RU" b="0" dirty="0">
                <a:solidFill>
                  <a:schemeClr val="bg1"/>
                </a:solidFill>
                <a:latin typeface="Arial" panose="020B0604020202020204" pitchFamily="34" charset="0"/>
                <a:cs typeface="Arial" panose="020B0604020202020204" pitchFamily="34" charset="0"/>
              </a:rPr>
              <a:t>6</a:t>
            </a:r>
            <a:r>
              <a:rPr lang="en" b="0" dirty="0">
                <a:solidFill>
                  <a:schemeClr val="bg1"/>
                </a:solidFill>
                <a:latin typeface="Arial" panose="020B0604020202020204" pitchFamily="34" charset="0"/>
                <a:cs typeface="Arial" panose="020B0604020202020204" pitchFamily="34" charset="0"/>
              </a:rPr>
              <a:t>.  </a:t>
            </a:r>
            <a:endParaRPr lang="ru-RU" b="0" dirty="0">
              <a:solidFill>
                <a:schemeClr val="bg1"/>
              </a:solidFill>
              <a:latin typeface="Arial" panose="020B0604020202020204" pitchFamily="34" charset="0"/>
              <a:cs typeface="Arial" panose="020B0604020202020204" pitchFamily="34" charset="0"/>
            </a:endParaRPr>
          </a:p>
          <a:p>
            <a:pPr hangingPunct="1"/>
            <a:endParaRPr lang="ru-RU" b="0" dirty="0">
              <a:solidFill>
                <a:schemeClr val="bg1"/>
              </a:solidFill>
              <a:latin typeface="Arial" panose="020B0604020202020204" pitchFamily="34" charset="0"/>
              <a:cs typeface="Arial" panose="020B0604020202020204" pitchFamily="34" charset="0"/>
            </a:endParaRPr>
          </a:p>
          <a:p>
            <a:pPr hangingPunct="1"/>
            <a:r>
              <a:rPr lang="ru-RU" b="0" dirty="0">
                <a:solidFill>
                  <a:schemeClr val="bg1"/>
                </a:solidFill>
                <a:latin typeface="Arial" panose="020B0604020202020204" pitchFamily="34" charset="0"/>
                <a:cs typeface="Arial" panose="020B0604020202020204" pitchFamily="34" charset="0"/>
              </a:rPr>
              <a:t>Выделенные зоны для переговоров, сервис бизнес-знакомств, тихая зона для неформального общения позволят участникам максимально выгодно использовать своё присутствие на Конференции. Вечерний фуршет и развлекательная программа укрепят новые деловые связи.</a:t>
            </a:r>
          </a:p>
        </p:txBody>
      </p:sp>
      <p:sp>
        <p:nvSpPr>
          <p:cNvPr id="17" name="Текст 4">
            <a:extLst>
              <a:ext uri="{FF2B5EF4-FFF2-40B4-BE49-F238E27FC236}">
                <a16:creationId xmlns:a16="http://schemas.microsoft.com/office/drawing/2014/main" id="{5F4A5C17-F7DD-5990-3C2F-EA695CC9370B}"/>
              </a:ext>
            </a:extLst>
          </p:cNvPr>
          <p:cNvSpPr txBox="1">
            <a:spLocks/>
          </p:cNvSpPr>
          <p:nvPr/>
        </p:nvSpPr>
        <p:spPr>
          <a:xfrm>
            <a:off x="8300058" y="2587604"/>
            <a:ext cx="3621476" cy="3487731"/>
          </a:xfrm>
          <a:prstGeom prst="rect">
            <a:avLst/>
          </a:prstGeom>
        </p:spPr>
        <p:txBody>
          <a:bodyPr/>
          <a:lstStyle>
            <a:lvl1pPr marL="0" marR="0" indent="0" algn="l" defTabSz="412740" rtl="0" latinLnBrk="0">
              <a:lnSpc>
                <a:spcPct val="100000"/>
              </a:lnSpc>
              <a:spcBef>
                <a:spcPts val="0"/>
              </a:spcBef>
              <a:spcAft>
                <a:spcPts val="0"/>
              </a:spcAft>
              <a:buClrTx/>
              <a:buSzTx/>
              <a:buFontTx/>
              <a:buNone/>
              <a:tabLst/>
              <a:defRPr sz="1200" b="1" i="0" u="none" strike="noStrike" cap="none" spc="0" baseline="0">
                <a:solidFill>
                  <a:srgbClr val="000000"/>
                </a:solidFill>
                <a:uFillTx/>
                <a:latin typeface="+mn-lt"/>
                <a:ea typeface="+mn-ea"/>
                <a:cs typeface="+mn-cs"/>
                <a:sym typeface="Helvetica Neue"/>
              </a:defRPr>
            </a:lvl1pPr>
            <a:lvl2pPr marL="0" marR="0" indent="228594"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2pPr>
            <a:lvl3pPr marL="0" marR="0" indent="457189"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3pPr>
            <a:lvl4pPr marL="0" marR="0" indent="685783"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4pPr>
            <a:lvl5pPr marL="0" marR="0" indent="914377"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5pPr>
            <a:lvl6pPr marL="0" marR="0" indent="1142971"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6pPr>
            <a:lvl7pPr marL="0" marR="0" indent="1371566"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7pPr>
            <a:lvl8pPr marL="0" marR="0" indent="1600160"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8pPr>
            <a:lvl9pPr marL="0" marR="0" indent="1828754"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9pPr>
          </a:lstStyle>
          <a:p>
            <a:pPr hangingPunct="1"/>
            <a:r>
              <a:rPr lang="ru-RU" b="0" dirty="0">
                <a:solidFill>
                  <a:schemeClr val="bg1"/>
                </a:solidFill>
                <a:latin typeface="Arial" panose="020B0604020202020204" pitchFamily="34" charset="0"/>
                <a:cs typeface="Arial" panose="020B0604020202020204" pitchFamily="34" charset="0"/>
              </a:rPr>
              <a:t>Сфера взыскания стремительно меняется. Общество, Экономика, Регулирование, Технологии задают новые тренды. Лидеры рынка, идеологи происходящих и грядущих изменений озвучат перспективы и обсудят их с участниками на конференции </a:t>
            </a:r>
            <a:r>
              <a:rPr lang="en" b="0" dirty="0">
                <a:solidFill>
                  <a:schemeClr val="bg1"/>
                </a:solidFill>
                <a:latin typeface="Arial" panose="020B0604020202020204" pitchFamily="34" charset="0"/>
                <a:cs typeface="Arial" panose="020B0604020202020204" pitchFamily="34" charset="0"/>
              </a:rPr>
              <a:t>DOLG TALK 202</a:t>
            </a:r>
            <a:r>
              <a:rPr lang="ru-RU" b="0" dirty="0">
                <a:solidFill>
                  <a:schemeClr val="bg1"/>
                </a:solidFill>
                <a:latin typeface="Arial" panose="020B0604020202020204" pitchFamily="34" charset="0"/>
                <a:cs typeface="Arial" panose="020B0604020202020204" pitchFamily="34" charset="0"/>
              </a:rPr>
              <a:t>6</a:t>
            </a:r>
            <a:r>
              <a:rPr lang="en" b="0" dirty="0">
                <a:solidFill>
                  <a:schemeClr val="bg1"/>
                </a:solidFill>
                <a:latin typeface="Arial" panose="020B0604020202020204" pitchFamily="34" charset="0"/>
                <a:cs typeface="Arial" panose="020B0604020202020204" pitchFamily="34" charset="0"/>
              </a:rPr>
              <a:t>.  </a:t>
            </a:r>
            <a:endParaRPr lang="ru-RU" b="0" dirty="0">
              <a:solidFill>
                <a:schemeClr val="bg1"/>
              </a:solidFill>
              <a:latin typeface="Arial" panose="020B0604020202020204" pitchFamily="34" charset="0"/>
              <a:cs typeface="Arial" panose="020B0604020202020204" pitchFamily="34" charset="0"/>
            </a:endParaRPr>
          </a:p>
          <a:p>
            <a:pPr hangingPunct="1"/>
            <a:endParaRPr lang="ru-RU" b="0" dirty="0">
              <a:solidFill>
                <a:schemeClr val="bg1"/>
              </a:solidFill>
              <a:latin typeface="Arial" panose="020B0604020202020204" pitchFamily="34" charset="0"/>
              <a:cs typeface="Arial" panose="020B0604020202020204" pitchFamily="34" charset="0"/>
            </a:endParaRPr>
          </a:p>
          <a:p>
            <a:pPr hangingPunct="1"/>
            <a:r>
              <a:rPr lang="ru-RU" b="0" dirty="0">
                <a:solidFill>
                  <a:schemeClr val="bg1"/>
                </a:solidFill>
                <a:latin typeface="Arial" panose="020B0604020202020204" pitchFamily="34" charset="0"/>
                <a:cs typeface="Arial" panose="020B0604020202020204" pitchFamily="34" charset="0"/>
              </a:rPr>
              <a:t>Выделенные зоны для переговоров, сервис бизнес-знакомств, тихая зона для неформального общения позволят участникам максимально выгодно использовать своё присутствие на Конференции. Вечерний фуршет и развлекательная программа укрепят новые деловые связи.</a:t>
            </a:r>
          </a:p>
        </p:txBody>
      </p:sp>
      <p:sp>
        <p:nvSpPr>
          <p:cNvPr id="18" name="Текст 4">
            <a:extLst>
              <a:ext uri="{FF2B5EF4-FFF2-40B4-BE49-F238E27FC236}">
                <a16:creationId xmlns:a16="http://schemas.microsoft.com/office/drawing/2014/main" id="{6E7E7E0D-5DD4-0F64-17B2-DE811CE7C96D}"/>
              </a:ext>
            </a:extLst>
          </p:cNvPr>
          <p:cNvSpPr txBox="1">
            <a:spLocks/>
          </p:cNvSpPr>
          <p:nvPr/>
        </p:nvSpPr>
        <p:spPr>
          <a:xfrm>
            <a:off x="243032" y="1843892"/>
            <a:ext cx="3621476" cy="627457"/>
          </a:xfrm>
          <a:prstGeom prst="rect">
            <a:avLst/>
          </a:prstGeom>
        </p:spPr>
        <p:txBody>
          <a:bodyPr/>
          <a:lstStyle>
            <a:lvl1pPr marL="0" marR="0" indent="0" algn="l" defTabSz="412740" rtl="0" latinLnBrk="0">
              <a:lnSpc>
                <a:spcPct val="100000"/>
              </a:lnSpc>
              <a:spcBef>
                <a:spcPts val="0"/>
              </a:spcBef>
              <a:spcAft>
                <a:spcPts val="0"/>
              </a:spcAft>
              <a:buClrTx/>
              <a:buSzTx/>
              <a:buFontTx/>
              <a:buNone/>
              <a:tabLst/>
              <a:defRPr sz="1600" b="1" i="0" u="none" strike="noStrike" cap="none" spc="0" baseline="0">
                <a:solidFill>
                  <a:schemeClr val="accent1"/>
                </a:solidFill>
                <a:uFillTx/>
                <a:latin typeface="+mn-lt"/>
                <a:ea typeface="+mn-ea"/>
                <a:cs typeface="+mn-cs"/>
                <a:sym typeface="Helvetica Neue"/>
              </a:defRPr>
            </a:lvl1pPr>
            <a:lvl2pPr marL="0" marR="0" indent="228594"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2pPr>
            <a:lvl3pPr marL="0" marR="0" indent="457189"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3pPr>
            <a:lvl4pPr marL="0" marR="0" indent="685783"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4pPr>
            <a:lvl5pPr marL="0" marR="0" indent="914377"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5pPr>
            <a:lvl6pPr marL="0" marR="0" indent="1142971"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6pPr>
            <a:lvl7pPr marL="0" marR="0" indent="1371566"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7pPr>
            <a:lvl8pPr marL="0" marR="0" indent="1600160"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8pPr>
            <a:lvl9pPr marL="0" marR="0" indent="1828754"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9pPr>
          </a:lstStyle>
          <a:p>
            <a:pPr hangingPunct="1"/>
            <a:r>
              <a:rPr lang="ru-RU" dirty="0">
                <a:solidFill>
                  <a:schemeClr val="accent2"/>
                </a:solidFill>
                <a:latin typeface="Arial" panose="020B0604020202020204" pitchFamily="34" charset="0"/>
                <a:cs typeface="Arial" panose="020B0604020202020204" pitchFamily="34" charset="0"/>
              </a:rPr>
              <a:t>Заголовок текстового блока максимум в две строки</a:t>
            </a:r>
          </a:p>
        </p:txBody>
      </p:sp>
      <p:sp>
        <p:nvSpPr>
          <p:cNvPr id="19" name="Текст 4">
            <a:extLst>
              <a:ext uri="{FF2B5EF4-FFF2-40B4-BE49-F238E27FC236}">
                <a16:creationId xmlns:a16="http://schemas.microsoft.com/office/drawing/2014/main" id="{93B5F63D-0D05-E619-98E6-1B68A410E79B}"/>
              </a:ext>
            </a:extLst>
          </p:cNvPr>
          <p:cNvSpPr txBox="1">
            <a:spLocks/>
          </p:cNvSpPr>
          <p:nvPr/>
        </p:nvSpPr>
        <p:spPr>
          <a:xfrm>
            <a:off x="4271545" y="1843892"/>
            <a:ext cx="3621476" cy="627457"/>
          </a:xfrm>
          <a:prstGeom prst="rect">
            <a:avLst/>
          </a:prstGeom>
        </p:spPr>
        <p:txBody>
          <a:bodyPr/>
          <a:lstStyle>
            <a:lvl1pPr marL="0" marR="0" indent="0" algn="l" defTabSz="412740" rtl="0" latinLnBrk="0">
              <a:lnSpc>
                <a:spcPct val="100000"/>
              </a:lnSpc>
              <a:spcBef>
                <a:spcPts val="0"/>
              </a:spcBef>
              <a:spcAft>
                <a:spcPts val="0"/>
              </a:spcAft>
              <a:buClrTx/>
              <a:buSzTx/>
              <a:buFontTx/>
              <a:buNone/>
              <a:tabLst/>
              <a:defRPr sz="1600" b="1" i="0" u="none" strike="noStrike" cap="none" spc="0" baseline="0">
                <a:solidFill>
                  <a:schemeClr val="accent1"/>
                </a:solidFill>
                <a:uFillTx/>
                <a:latin typeface="+mn-lt"/>
                <a:ea typeface="+mn-ea"/>
                <a:cs typeface="+mn-cs"/>
                <a:sym typeface="Helvetica Neue"/>
              </a:defRPr>
            </a:lvl1pPr>
            <a:lvl2pPr marL="0" marR="0" indent="228594"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2pPr>
            <a:lvl3pPr marL="0" marR="0" indent="457189"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3pPr>
            <a:lvl4pPr marL="0" marR="0" indent="685783"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4pPr>
            <a:lvl5pPr marL="0" marR="0" indent="914377"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5pPr>
            <a:lvl6pPr marL="0" marR="0" indent="1142971"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6pPr>
            <a:lvl7pPr marL="0" marR="0" indent="1371566"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7pPr>
            <a:lvl8pPr marL="0" marR="0" indent="1600160"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8pPr>
            <a:lvl9pPr marL="0" marR="0" indent="1828754"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9pPr>
          </a:lstStyle>
          <a:p>
            <a:pPr hangingPunct="1"/>
            <a:r>
              <a:rPr lang="ru-RU">
                <a:solidFill>
                  <a:schemeClr val="accent2"/>
                </a:solidFill>
                <a:latin typeface="Arial" panose="020B0604020202020204" pitchFamily="34" charset="0"/>
                <a:cs typeface="Arial" panose="020B0604020202020204" pitchFamily="34" charset="0"/>
              </a:rPr>
              <a:t>Заголовок текстового блока максимум в две строки</a:t>
            </a:r>
            <a:endParaRPr lang="ru-RU" dirty="0">
              <a:solidFill>
                <a:schemeClr val="accent2"/>
              </a:solidFill>
              <a:latin typeface="Arial" panose="020B0604020202020204" pitchFamily="34" charset="0"/>
              <a:cs typeface="Arial" panose="020B0604020202020204" pitchFamily="34" charset="0"/>
            </a:endParaRPr>
          </a:p>
        </p:txBody>
      </p:sp>
      <p:sp>
        <p:nvSpPr>
          <p:cNvPr id="20" name="Текст 4">
            <a:extLst>
              <a:ext uri="{FF2B5EF4-FFF2-40B4-BE49-F238E27FC236}">
                <a16:creationId xmlns:a16="http://schemas.microsoft.com/office/drawing/2014/main" id="{B791E2BC-2EB0-CB4C-DE6B-8AC622D8766E}"/>
              </a:ext>
            </a:extLst>
          </p:cNvPr>
          <p:cNvSpPr txBox="1">
            <a:spLocks/>
          </p:cNvSpPr>
          <p:nvPr/>
        </p:nvSpPr>
        <p:spPr>
          <a:xfrm>
            <a:off x="8300058" y="1843892"/>
            <a:ext cx="3621476" cy="627457"/>
          </a:xfrm>
          <a:prstGeom prst="rect">
            <a:avLst/>
          </a:prstGeom>
        </p:spPr>
        <p:txBody>
          <a:bodyPr/>
          <a:lstStyle>
            <a:lvl1pPr marL="0" marR="0" indent="0" algn="l" defTabSz="412740" rtl="0" latinLnBrk="0">
              <a:lnSpc>
                <a:spcPct val="100000"/>
              </a:lnSpc>
              <a:spcBef>
                <a:spcPts val="0"/>
              </a:spcBef>
              <a:spcAft>
                <a:spcPts val="0"/>
              </a:spcAft>
              <a:buClrTx/>
              <a:buSzTx/>
              <a:buFontTx/>
              <a:buNone/>
              <a:tabLst/>
              <a:defRPr sz="1600" b="1" i="0" u="none" strike="noStrike" cap="none" spc="0" baseline="0">
                <a:solidFill>
                  <a:schemeClr val="accent1"/>
                </a:solidFill>
                <a:uFillTx/>
                <a:latin typeface="+mn-lt"/>
                <a:ea typeface="+mn-ea"/>
                <a:cs typeface="+mn-cs"/>
                <a:sym typeface="Helvetica Neue"/>
              </a:defRPr>
            </a:lvl1pPr>
            <a:lvl2pPr marL="0" marR="0" indent="228594"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2pPr>
            <a:lvl3pPr marL="0" marR="0" indent="457189"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3pPr>
            <a:lvl4pPr marL="0" marR="0" indent="685783"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4pPr>
            <a:lvl5pPr marL="0" marR="0" indent="914377"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5pPr>
            <a:lvl6pPr marL="0" marR="0" indent="1142971"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6pPr>
            <a:lvl7pPr marL="0" marR="0" indent="1371566"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7pPr>
            <a:lvl8pPr marL="0" marR="0" indent="1600160"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8pPr>
            <a:lvl9pPr marL="0" marR="0" indent="1828754"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9pPr>
          </a:lstStyle>
          <a:p>
            <a:pPr hangingPunct="1"/>
            <a:r>
              <a:rPr lang="ru-RU" dirty="0">
                <a:solidFill>
                  <a:schemeClr val="accent2"/>
                </a:solidFill>
                <a:latin typeface="Arial" panose="020B0604020202020204" pitchFamily="34" charset="0"/>
                <a:cs typeface="Arial" panose="020B0604020202020204" pitchFamily="34" charset="0"/>
              </a:rPr>
              <a:t>Заголовок текстового блока максимум в две строки</a:t>
            </a:r>
          </a:p>
        </p:txBody>
      </p:sp>
      <p:sp>
        <p:nvSpPr>
          <p:cNvPr id="6" name="Google Shape;63;p9">
            <a:extLst>
              <a:ext uri="{FF2B5EF4-FFF2-40B4-BE49-F238E27FC236}">
                <a16:creationId xmlns:a16="http://schemas.microsoft.com/office/drawing/2014/main" id="{3E3E36A1-4621-B8A8-F32D-3BCDF635F3F4}"/>
              </a:ext>
            </a:extLst>
          </p:cNvPr>
          <p:cNvSpPr txBox="1"/>
          <p:nvPr/>
        </p:nvSpPr>
        <p:spPr>
          <a:xfrm>
            <a:off x="353392" y="315040"/>
            <a:ext cx="8853670" cy="1107996"/>
          </a:xfrm>
          <a:prstGeom prst="rect">
            <a:avLst/>
          </a:prstGeom>
          <a:noFill/>
          <a:ln>
            <a:noFill/>
          </a:ln>
        </p:spPr>
        <p:txBody>
          <a:bodyPr spcFirstLastPara="1" wrap="square" lIns="0" tIns="0" rIns="0" bIns="0" anchor="t" anchorCtr="0">
            <a:spAutoFit/>
          </a:bodyPr>
          <a:lstStyle/>
          <a:p>
            <a:pPr algn="l">
              <a:lnSpc>
                <a:spcPct val="80000"/>
              </a:lnSpc>
            </a:pPr>
            <a:r>
              <a:rPr lang="ru-RU" sz="4500">
                <a:solidFill>
                  <a:srgbClr val="FFFFFF"/>
                </a:solidFill>
                <a:latin typeface="Arial" panose="020B0604020202020204" pitchFamily="34" charset="0"/>
                <a:ea typeface="Helvetica Neue"/>
                <a:cs typeface="Arial" panose="020B0604020202020204" pitchFamily="34" charset="0"/>
              </a:rPr>
              <a:t>ЗАГОЛОВОК СЛАЙДА</a:t>
            </a:r>
            <a:r>
              <a:rPr lang="en-US" sz="4500">
                <a:solidFill>
                  <a:srgbClr val="FFFFFF"/>
                </a:solidFill>
                <a:latin typeface="Arial" panose="020B0604020202020204" pitchFamily="34" charset="0"/>
                <a:ea typeface="Helvetica Neue"/>
                <a:cs typeface="Arial" panose="020B0604020202020204" pitchFamily="34" charset="0"/>
              </a:rPr>
              <a:t> </a:t>
            </a:r>
            <a:r>
              <a:rPr lang="ru-RU" sz="4500">
                <a:solidFill>
                  <a:srgbClr val="FFFFFF"/>
                </a:solidFill>
                <a:latin typeface="Arial" panose="020B0604020202020204" pitchFamily="34" charset="0"/>
                <a:ea typeface="Helvetica Neue"/>
                <a:cs typeface="Arial" panose="020B0604020202020204" pitchFamily="34" charset="0"/>
              </a:rPr>
              <a:t>В ДВЕ ИЛИ ТРИ СТРОКИ</a:t>
            </a:r>
            <a:endParaRPr sz="80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2039AA08-AF91-4D7C-3F44-8451617293D2}"/>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312CCEC-EACF-C09B-E560-33CA51328B6A}"/>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766184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Текст 3">
            <a:extLst>
              <a:ext uri="{FF2B5EF4-FFF2-40B4-BE49-F238E27FC236}">
                <a16:creationId xmlns:a16="http://schemas.microsoft.com/office/drawing/2014/main" id="{009D7308-147E-A4E6-71FA-EBEF1C45B5CA}"/>
              </a:ext>
            </a:extLst>
          </p:cNvPr>
          <p:cNvSpPr txBox="1">
            <a:spLocks/>
          </p:cNvSpPr>
          <p:nvPr/>
        </p:nvSpPr>
        <p:spPr>
          <a:xfrm>
            <a:off x="353392" y="1862907"/>
            <a:ext cx="5568472" cy="4602489"/>
          </a:xfrm>
          <a:prstGeom prst="rect">
            <a:avLst/>
          </a:prstGeom>
        </p:spPr>
        <p:txBody>
          <a:bodyPr/>
          <a:lstStyle>
            <a:lvl1pPr marL="342900" marR="0" indent="-342900" algn="l" defTabSz="412740" rtl="0" latinLnBrk="0">
              <a:lnSpc>
                <a:spcPct val="100000"/>
              </a:lnSpc>
              <a:spcBef>
                <a:spcPts val="0"/>
              </a:spcBef>
              <a:spcAft>
                <a:spcPts val="0"/>
              </a:spcAft>
              <a:buClr>
                <a:srgbClr val="008290"/>
              </a:buClr>
              <a:buSzTx/>
              <a:buFont typeface="+mj-lt"/>
              <a:buAutoNum type="arabicPeriod"/>
              <a:tabLst/>
              <a:defRPr sz="1300" b="1" i="0" u="none" strike="noStrike" cap="none" spc="0" baseline="0">
                <a:solidFill>
                  <a:srgbClr val="000000"/>
                </a:solidFill>
                <a:uFillTx/>
                <a:latin typeface="+mn-lt"/>
                <a:ea typeface="+mn-ea"/>
                <a:cs typeface="+mn-cs"/>
                <a:sym typeface="Helvetica Neue"/>
              </a:defRPr>
            </a:lvl1pPr>
            <a:lvl2pPr marL="0" marR="0" indent="228594" algn="l" defTabSz="412740" rtl="0" latinLnBrk="0">
              <a:lnSpc>
                <a:spcPct val="100000"/>
              </a:lnSpc>
              <a:spcBef>
                <a:spcPts val="0"/>
              </a:spcBef>
              <a:spcAft>
                <a:spcPts val="0"/>
              </a:spcAft>
              <a:buClrTx/>
              <a:buSzTx/>
              <a:buFontTx/>
              <a:buNone/>
              <a:tabLst/>
              <a:defRPr sz="1400" b="1" i="0" u="none" strike="noStrike" cap="none" spc="0" baseline="0">
                <a:solidFill>
                  <a:srgbClr val="000000"/>
                </a:solidFill>
                <a:uFillTx/>
                <a:latin typeface="+mn-lt"/>
                <a:ea typeface="+mn-ea"/>
                <a:cs typeface="+mn-cs"/>
                <a:sym typeface="Helvetica Neue"/>
              </a:defRPr>
            </a:lvl2pPr>
            <a:lvl3pPr marL="0" marR="0" indent="457189" algn="l" defTabSz="412740" rtl="0" latinLnBrk="0">
              <a:lnSpc>
                <a:spcPct val="100000"/>
              </a:lnSpc>
              <a:spcBef>
                <a:spcPts val="0"/>
              </a:spcBef>
              <a:spcAft>
                <a:spcPts val="0"/>
              </a:spcAft>
              <a:buClrTx/>
              <a:buSzTx/>
              <a:buFontTx/>
              <a:buNone/>
              <a:tabLst/>
              <a:defRPr sz="1400" b="1" i="0" u="none" strike="noStrike" cap="none" spc="0" baseline="0">
                <a:solidFill>
                  <a:srgbClr val="000000"/>
                </a:solidFill>
                <a:uFillTx/>
                <a:latin typeface="+mn-lt"/>
                <a:ea typeface="+mn-ea"/>
                <a:cs typeface="+mn-cs"/>
                <a:sym typeface="Helvetica Neue"/>
              </a:defRPr>
            </a:lvl3pPr>
            <a:lvl4pPr marL="0" marR="0" indent="685783" algn="l" defTabSz="412740" rtl="0" latinLnBrk="0">
              <a:lnSpc>
                <a:spcPct val="100000"/>
              </a:lnSpc>
              <a:spcBef>
                <a:spcPts val="0"/>
              </a:spcBef>
              <a:spcAft>
                <a:spcPts val="0"/>
              </a:spcAft>
              <a:buClrTx/>
              <a:buSzTx/>
              <a:buFontTx/>
              <a:buNone/>
              <a:tabLst/>
              <a:defRPr sz="1400" b="1" i="0" u="none" strike="noStrike" cap="none" spc="0" baseline="0">
                <a:solidFill>
                  <a:srgbClr val="000000"/>
                </a:solidFill>
                <a:uFillTx/>
                <a:latin typeface="+mn-lt"/>
                <a:ea typeface="+mn-ea"/>
                <a:cs typeface="+mn-cs"/>
                <a:sym typeface="Helvetica Neue"/>
              </a:defRPr>
            </a:lvl4pPr>
            <a:lvl5pPr marL="0" marR="0" indent="914377" algn="l" defTabSz="412740" rtl="0" latinLnBrk="0">
              <a:lnSpc>
                <a:spcPct val="100000"/>
              </a:lnSpc>
              <a:spcBef>
                <a:spcPts val="0"/>
              </a:spcBef>
              <a:spcAft>
                <a:spcPts val="0"/>
              </a:spcAft>
              <a:buClrTx/>
              <a:buSzTx/>
              <a:buFontTx/>
              <a:buNone/>
              <a:tabLst/>
              <a:defRPr sz="1400" b="1" i="0" u="none" strike="noStrike" cap="none" spc="0" baseline="0">
                <a:solidFill>
                  <a:srgbClr val="000000"/>
                </a:solidFill>
                <a:uFillTx/>
                <a:latin typeface="+mn-lt"/>
                <a:ea typeface="+mn-ea"/>
                <a:cs typeface="+mn-cs"/>
                <a:sym typeface="Helvetica Neue"/>
              </a:defRPr>
            </a:lvl5pPr>
            <a:lvl6pPr marL="0" marR="0" indent="1142971"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6pPr>
            <a:lvl7pPr marL="0" marR="0" indent="1371566"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7pPr>
            <a:lvl8pPr marL="0" marR="0" indent="1600160"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8pPr>
            <a:lvl9pPr marL="0" marR="0" indent="1828754"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9pPr>
          </a:lstStyle>
          <a:p>
            <a:pPr hangingPunct="1">
              <a:buClr>
                <a:srgbClr val="10DCD3"/>
              </a:buClr>
            </a:pPr>
            <a:r>
              <a:rPr lang="ru-RU" sz="1400" b="0" dirty="0">
                <a:solidFill>
                  <a:schemeClr val="bg1"/>
                </a:solidFill>
                <a:latin typeface="Arial" panose="020B0604020202020204" pitchFamily="34" charset="0"/>
                <a:cs typeface="Arial" panose="020B0604020202020204" pitchFamily="34" charset="0"/>
              </a:rPr>
              <a:t>Здесь должен быть ваш текст. Здесь должен быть ваш текст. Здесь должен быть ваш текст. Здесь должен быть ваш текст. Здесь должен быть ваш текст. Здесь должен быть ваш текст. Здесь должен быть ваш текст. Здесь должен быть ваш текст. </a:t>
            </a:r>
          </a:p>
          <a:p>
            <a:pPr hangingPunct="1">
              <a:buClr>
                <a:srgbClr val="10DCD3"/>
              </a:buClr>
            </a:pPr>
            <a:endParaRPr lang="ru-RU" sz="1400" b="0" dirty="0">
              <a:solidFill>
                <a:schemeClr val="bg1"/>
              </a:solidFill>
              <a:latin typeface="Arial" panose="020B0604020202020204" pitchFamily="34" charset="0"/>
              <a:cs typeface="Arial" panose="020B0604020202020204" pitchFamily="34" charset="0"/>
            </a:endParaRPr>
          </a:p>
          <a:p>
            <a:pPr hangingPunct="1">
              <a:buClr>
                <a:srgbClr val="10DCD3"/>
              </a:buClr>
            </a:pPr>
            <a:r>
              <a:rPr lang="ru-RU" sz="1400" b="0" dirty="0">
                <a:solidFill>
                  <a:schemeClr val="bg1"/>
                </a:solidFill>
                <a:latin typeface="Arial" panose="020B0604020202020204" pitchFamily="34" charset="0"/>
                <a:cs typeface="Arial" panose="020B0604020202020204" pitchFamily="34" charset="0"/>
              </a:rPr>
              <a:t>Здесь должен быть ваш текст. Здесь должен быть ваш текст. Здесь должен быть ваш текст. Здесь должен быть ваш текст. Здесь должен быть ваш текст. Здесь должен быть ваш текст. Здесь должен быть ваш текст. Здесь должен быть ваш текст</a:t>
            </a:r>
          </a:p>
          <a:p>
            <a:pPr hangingPunct="1">
              <a:buClr>
                <a:srgbClr val="10DCD3"/>
              </a:buClr>
            </a:pPr>
            <a:endParaRPr lang="ru-RU" sz="1400" b="0" dirty="0">
              <a:solidFill>
                <a:schemeClr val="bg1"/>
              </a:solidFill>
              <a:latin typeface="Arial" panose="020B0604020202020204" pitchFamily="34" charset="0"/>
              <a:cs typeface="Arial" panose="020B0604020202020204" pitchFamily="34" charset="0"/>
            </a:endParaRPr>
          </a:p>
          <a:p>
            <a:pPr hangingPunct="1">
              <a:buClr>
                <a:srgbClr val="10DCD3"/>
              </a:buClr>
            </a:pPr>
            <a:r>
              <a:rPr lang="ru-RU" sz="1400" b="0" dirty="0">
                <a:solidFill>
                  <a:schemeClr val="bg1"/>
                </a:solidFill>
                <a:latin typeface="Arial" panose="020B0604020202020204" pitchFamily="34" charset="0"/>
                <a:cs typeface="Arial" panose="020B0604020202020204" pitchFamily="34" charset="0"/>
              </a:rPr>
              <a:t>Здесь должен быть ваш текст. Здесь должен быть ваш текст. Здесь должен быть ваш текст. Здесь должен быть ваш текст. Здесь должен быть ваш текст. </a:t>
            </a:r>
          </a:p>
          <a:p>
            <a:pPr hangingPunct="1">
              <a:buClr>
                <a:srgbClr val="10DCD3"/>
              </a:buClr>
            </a:pPr>
            <a:endParaRPr lang="ru-RU" sz="1400" b="0" dirty="0">
              <a:solidFill>
                <a:schemeClr val="bg1"/>
              </a:solidFill>
              <a:latin typeface="Arial" panose="020B0604020202020204" pitchFamily="34" charset="0"/>
              <a:cs typeface="Arial" panose="020B0604020202020204" pitchFamily="34" charset="0"/>
            </a:endParaRPr>
          </a:p>
          <a:p>
            <a:pPr hangingPunct="1">
              <a:buClr>
                <a:srgbClr val="10DCD3"/>
              </a:buClr>
            </a:pPr>
            <a:r>
              <a:rPr lang="ru-RU" sz="1400" b="0" dirty="0">
                <a:solidFill>
                  <a:schemeClr val="bg1"/>
                </a:solidFill>
                <a:latin typeface="Arial" panose="020B0604020202020204" pitchFamily="34" charset="0"/>
                <a:cs typeface="Arial" panose="020B0604020202020204" pitchFamily="34" charset="0"/>
              </a:rPr>
              <a:t>Здесь должен быть ваш текст. Здесь должен быть ваш текст. Здесь должен быть ваш текст. Здесь должен быть ваш текст. Здесь должен быть ваш текст. </a:t>
            </a:r>
            <a:endParaRPr lang="en-US" sz="1400" b="0" dirty="0">
              <a:solidFill>
                <a:schemeClr val="bg1"/>
              </a:solidFill>
              <a:latin typeface="Arial" panose="020B0604020202020204" pitchFamily="34" charset="0"/>
              <a:cs typeface="Arial" panose="020B0604020202020204" pitchFamily="34" charset="0"/>
            </a:endParaRPr>
          </a:p>
        </p:txBody>
      </p:sp>
      <p:sp>
        <p:nvSpPr>
          <p:cNvPr id="5" name="Текст 3">
            <a:extLst>
              <a:ext uri="{FF2B5EF4-FFF2-40B4-BE49-F238E27FC236}">
                <a16:creationId xmlns:a16="http://schemas.microsoft.com/office/drawing/2014/main" id="{193CEAD6-98ED-AC56-8062-D62041AD978F}"/>
              </a:ext>
            </a:extLst>
          </p:cNvPr>
          <p:cNvSpPr txBox="1">
            <a:spLocks/>
          </p:cNvSpPr>
          <p:nvPr/>
        </p:nvSpPr>
        <p:spPr>
          <a:xfrm>
            <a:off x="6096000" y="1862907"/>
            <a:ext cx="5568472" cy="4602489"/>
          </a:xfrm>
          <a:prstGeom prst="rect">
            <a:avLst/>
          </a:prstGeom>
        </p:spPr>
        <p:txBody>
          <a:bodyPr/>
          <a:lstStyle>
            <a:lvl1pPr marL="342900" marR="0" indent="-342900" algn="l" defTabSz="412740" rtl="0" latinLnBrk="0">
              <a:lnSpc>
                <a:spcPct val="100000"/>
              </a:lnSpc>
              <a:spcBef>
                <a:spcPts val="0"/>
              </a:spcBef>
              <a:spcAft>
                <a:spcPts val="0"/>
              </a:spcAft>
              <a:buClr>
                <a:srgbClr val="008290"/>
              </a:buClr>
              <a:buSzTx/>
              <a:buFont typeface="+mj-lt"/>
              <a:buAutoNum type="arabicPeriod"/>
              <a:tabLst/>
              <a:defRPr sz="1300" b="1" i="0" u="none" strike="noStrike" cap="none" spc="0" baseline="0">
                <a:solidFill>
                  <a:srgbClr val="000000"/>
                </a:solidFill>
                <a:uFillTx/>
                <a:latin typeface="+mn-lt"/>
                <a:ea typeface="+mn-ea"/>
                <a:cs typeface="+mn-cs"/>
                <a:sym typeface="Helvetica Neue"/>
              </a:defRPr>
            </a:lvl1pPr>
            <a:lvl2pPr marL="0" marR="0" indent="228594" algn="l" defTabSz="412740" rtl="0" latinLnBrk="0">
              <a:lnSpc>
                <a:spcPct val="100000"/>
              </a:lnSpc>
              <a:spcBef>
                <a:spcPts val="0"/>
              </a:spcBef>
              <a:spcAft>
                <a:spcPts val="0"/>
              </a:spcAft>
              <a:buClrTx/>
              <a:buSzTx/>
              <a:buFontTx/>
              <a:buNone/>
              <a:tabLst/>
              <a:defRPr sz="1400" b="1" i="0" u="none" strike="noStrike" cap="none" spc="0" baseline="0">
                <a:solidFill>
                  <a:srgbClr val="000000"/>
                </a:solidFill>
                <a:uFillTx/>
                <a:latin typeface="+mn-lt"/>
                <a:ea typeface="+mn-ea"/>
                <a:cs typeface="+mn-cs"/>
                <a:sym typeface="Helvetica Neue"/>
              </a:defRPr>
            </a:lvl2pPr>
            <a:lvl3pPr marL="0" marR="0" indent="457189" algn="l" defTabSz="412740" rtl="0" latinLnBrk="0">
              <a:lnSpc>
                <a:spcPct val="100000"/>
              </a:lnSpc>
              <a:spcBef>
                <a:spcPts val="0"/>
              </a:spcBef>
              <a:spcAft>
                <a:spcPts val="0"/>
              </a:spcAft>
              <a:buClrTx/>
              <a:buSzTx/>
              <a:buFontTx/>
              <a:buNone/>
              <a:tabLst/>
              <a:defRPr sz="1400" b="1" i="0" u="none" strike="noStrike" cap="none" spc="0" baseline="0">
                <a:solidFill>
                  <a:srgbClr val="000000"/>
                </a:solidFill>
                <a:uFillTx/>
                <a:latin typeface="+mn-lt"/>
                <a:ea typeface="+mn-ea"/>
                <a:cs typeface="+mn-cs"/>
                <a:sym typeface="Helvetica Neue"/>
              </a:defRPr>
            </a:lvl3pPr>
            <a:lvl4pPr marL="0" marR="0" indent="685783" algn="l" defTabSz="412740" rtl="0" latinLnBrk="0">
              <a:lnSpc>
                <a:spcPct val="100000"/>
              </a:lnSpc>
              <a:spcBef>
                <a:spcPts val="0"/>
              </a:spcBef>
              <a:spcAft>
                <a:spcPts val="0"/>
              </a:spcAft>
              <a:buClrTx/>
              <a:buSzTx/>
              <a:buFontTx/>
              <a:buNone/>
              <a:tabLst/>
              <a:defRPr sz="1400" b="1" i="0" u="none" strike="noStrike" cap="none" spc="0" baseline="0">
                <a:solidFill>
                  <a:srgbClr val="000000"/>
                </a:solidFill>
                <a:uFillTx/>
                <a:latin typeface="+mn-lt"/>
                <a:ea typeface="+mn-ea"/>
                <a:cs typeface="+mn-cs"/>
                <a:sym typeface="Helvetica Neue"/>
              </a:defRPr>
            </a:lvl4pPr>
            <a:lvl5pPr marL="0" marR="0" indent="914377" algn="l" defTabSz="412740" rtl="0" latinLnBrk="0">
              <a:lnSpc>
                <a:spcPct val="100000"/>
              </a:lnSpc>
              <a:spcBef>
                <a:spcPts val="0"/>
              </a:spcBef>
              <a:spcAft>
                <a:spcPts val="0"/>
              </a:spcAft>
              <a:buClrTx/>
              <a:buSzTx/>
              <a:buFontTx/>
              <a:buNone/>
              <a:tabLst/>
              <a:defRPr sz="1400" b="1" i="0" u="none" strike="noStrike" cap="none" spc="0" baseline="0">
                <a:solidFill>
                  <a:srgbClr val="000000"/>
                </a:solidFill>
                <a:uFillTx/>
                <a:latin typeface="+mn-lt"/>
                <a:ea typeface="+mn-ea"/>
                <a:cs typeface="+mn-cs"/>
                <a:sym typeface="Helvetica Neue"/>
              </a:defRPr>
            </a:lvl5pPr>
            <a:lvl6pPr marL="0" marR="0" indent="1142971"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6pPr>
            <a:lvl7pPr marL="0" marR="0" indent="1371566"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7pPr>
            <a:lvl8pPr marL="0" marR="0" indent="1600160"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8pPr>
            <a:lvl9pPr marL="0" marR="0" indent="1828754" algn="l" defTabSz="412740" rtl="0" latinLnBrk="0">
              <a:lnSpc>
                <a:spcPct val="100000"/>
              </a:lnSpc>
              <a:spcBef>
                <a:spcPts val="0"/>
              </a:spcBef>
              <a:spcAft>
                <a:spcPts val="0"/>
              </a:spcAft>
              <a:buClrTx/>
              <a:buSzTx/>
              <a:buFontTx/>
              <a:buNone/>
              <a:tabLst/>
              <a:defRPr sz="2751" b="1" i="0" u="none" strike="noStrike" cap="none" spc="0" baseline="0">
                <a:solidFill>
                  <a:srgbClr val="000000"/>
                </a:solidFill>
                <a:uFillTx/>
                <a:latin typeface="+mn-lt"/>
                <a:ea typeface="+mn-ea"/>
                <a:cs typeface="+mn-cs"/>
                <a:sym typeface="Helvetica Neue"/>
              </a:defRPr>
            </a:lvl9pPr>
          </a:lstStyle>
          <a:p>
            <a:pPr hangingPunct="1">
              <a:buClr>
                <a:srgbClr val="10DCD3"/>
              </a:buClr>
              <a:buFont typeface="+mj-lt"/>
              <a:buAutoNum type="arabicPeriod" startAt="5"/>
            </a:pPr>
            <a:r>
              <a:rPr lang="ru-RU" sz="1400" b="0" dirty="0">
                <a:solidFill>
                  <a:schemeClr val="bg1"/>
                </a:solidFill>
                <a:latin typeface="Arial" panose="020B0604020202020204" pitchFamily="34" charset="0"/>
                <a:cs typeface="Arial" panose="020B0604020202020204" pitchFamily="34" charset="0"/>
              </a:rPr>
              <a:t>Здесь должен быть ваш текст. Здесь должен быть ваш текст. Здесь должен быть ваш текст. Здесь должен быть ваш текст. Здесь должен быть ваш текст. Здесь должен быть ваш текст. Здесь должен быть ваш текст. Здесь должен быть ваш текст. </a:t>
            </a:r>
          </a:p>
          <a:p>
            <a:pPr hangingPunct="1">
              <a:buClr>
                <a:srgbClr val="10DCD3"/>
              </a:buClr>
              <a:buFont typeface="+mj-lt"/>
              <a:buAutoNum type="arabicPeriod" startAt="5"/>
            </a:pPr>
            <a:endParaRPr lang="ru-RU" sz="1400" b="0" dirty="0">
              <a:solidFill>
                <a:schemeClr val="bg1"/>
              </a:solidFill>
              <a:latin typeface="Arial" panose="020B0604020202020204" pitchFamily="34" charset="0"/>
              <a:cs typeface="Arial" panose="020B0604020202020204" pitchFamily="34" charset="0"/>
            </a:endParaRPr>
          </a:p>
          <a:p>
            <a:pPr hangingPunct="1">
              <a:buClr>
                <a:srgbClr val="10DCD3"/>
              </a:buClr>
              <a:buFont typeface="+mj-lt"/>
              <a:buAutoNum type="arabicPeriod" startAt="5"/>
            </a:pPr>
            <a:r>
              <a:rPr lang="ru-RU" sz="1400" b="0" dirty="0">
                <a:solidFill>
                  <a:schemeClr val="bg1"/>
                </a:solidFill>
                <a:latin typeface="Arial" panose="020B0604020202020204" pitchFamily="34" charset="0"/>
                <a:cs typeface="Arial" panose="020B0604020202020204" pitchFamily="34" charset="0"/>
              </a:rPr>
              <a:t>Здесь должен быть ваш текст. Здесь должен быть ваш текст. Здесь должен быть ваш текст. Здесь должен быть ваш текст. Здесь должен быть ваш текст. Здесь должен быть ваш текст. Здесь должен быть ваш текст. Здесь должен быть ваш текст</a:t>
            </a:r>
          </a:p>
          <a:p>
            <a:pPr hangingPunct="1">
              <a:buClr>
                <a:srgbClr val="10DCD3"/>
              </a:buClr>
              <a:buFont typeface="+mj-lt"/>
              <a:buAutoNum type="arabicPeriod" startAt="5"/>
            </a:pPr>
            <a:endParaRPr lang="ru-RU" sz="1400" b="0" dirty="0">
              <a:solidFill>
                <a:schemeClr val="bg1"/>
              </a:solidFill>
              <a:latin typeface="Arial" panose="020B0604020202020204" pitchFamily="34" charset="0"/>
              <a:cs typeface="Arial" panose="020B0604020202020204" pitchFamily="34" charset="0"/>
            </a:endParaRPr>
          </a:p>
          <a:p>
            <a:pPr hangingPunct="1">
              <a:buClr>
                <a:srgbClr val="10DCD3"/>
              </a:buClr>
              <a:buFont typeface="+mj-lt"/>
              <a:buAutoNum type="arabicPeriod" startAt="5"/>
            </a:pPr>
            <a:r>
              <a:rPr lang="ru-RU" sz="1400" b="0" dirty="0">
                <a:solidFill>
                  <a:schemeClr val="bg1"/>
                </a:solidFill>
                <a:latin typeface="Arial" panose="020B0604020202020204" pitchFamily="34" charset="0"/>
                <a:cs typeface="Arial" panose="020B0604020202020204" pitchFamily="34" charset="0"/>
              </a:rPr>
              <a:t>Здесь должен быть ваш текст. Здесь должен быть ваш текст. Здесь должен быть ваш текст. Здесь должен быть ваш текст. Здесь должен быть ваш текст. </a:t>
            </a:r>
          </a:p>
          <a:p>
            <a:pPr hangingPunct="1">
              <a:buClr>
                <a:srgbClr val="10DCD3"/>
              </a:buClr>
              <a:buFont typeface="+mj-lt"/>
              <a:buAutoNum type="arabicPeriod" startAt="5"/>
            </a:pPr>
            <a:endParaRPr lang="ru-RU" sz="1400" b="0" dirty="0">
              <a:solidFill>
                <a:schemeClr val="bg1"/>
              </a:solidFill>
              <a:latin typeface="Arial" panose="020B0604020202020204" pitchFamily="34" charset="0"/>
              <a:cs typeface="Arial" panose="020B0604020202020204" pitchFamily="34" charset="0"/>
            </a:endParaRPr>
          </a:p>
          <a:p>
            <a:pPr hangingPunct="1">
              <a:buClr>
                <a:srgbClr val="10DCD3"/>
              </a:buClr>
              <a:buFont typeface="+mj-lt"/>
              <a:buAutoNum type="arabicPeriod" startAt="5"/>
            </a:pPr>
            <a:r>
              <a:rPr lang="ru-RU" sz="1400" b="0" dirty="0">
                <a:solidFill>
                  <a:schemeClr val="bg1"/>
                </a:solidFill>
                <a:latin typeface="Arial" panose="020B0604020202020204" pitchFamily="34" charset="0"/>
                <a:cs typeface="Arial" panose="020B0604020202020204" pitchFamily="34" charset="0"/>
              </a:rPr>
              <a:t>Здесь должен быть ваш текст. Здесь должен быть ваш текст. Здесь должен быть ваш текст. Здесь должен быть ваш текст. Здесь должен быть ваш текст. </a:t>
            </a:r>
            <a:endParaRPr lang="en-US" sz="1400" b="0" dirty="0">
              <a:solidFill>
                <a:schemeClr val="bg1"/>
              </a:solidFill>
              <a:latin typeface="Arial" panose="020B0604020202020204" pitchFamily="34" charset="0"/>
              <a:cs typeface="Arial" panose="020B0604020202020204" pitchFamily="34" charset="0"/>
            </a:endParaRPr>
          </a:p>
        </p:txBody>
      </p:sp>
      <p:sp>
        <p:nvSpPr>
          <p:cNvPr id="2" name="Google Shape;63;p9">
            <a:extLst>
              <a:ext uri="{FF2B5EF4-FFF2-40B4-BE49-F238E27FC236}">
                <a16:creationId xmlns:a16="http://schemas.microsoft.com/office/drawing/2014/main" id="{A0D556DA-9613-601F-52DD-90C6C5A1F91A}"/>
              </a:ext>
            </a:extLst>
          </p:cNvPr>
          <p:cNvSpPr txBox="1"/>
          <p:nvPr/>
        </p:nvSpPr>
        <p:spPr>
          <a:xfrm>
            <a:off x="353392" y="315040"/>
            <a:ext cx="8853670" cy="1107996"/>
          </a:xfrm>
          <a:prstGeom prst="rect">
            <a:avLst/>
          </a:prstGeom>
          <a:noFill/>
          <a:ln>
            <a:noFill/>
          </a:ln>
        </p:spPr>
        <p:txBody>
          <a:bodyPr spcFirstLastPara="1" wrap="square" lIns="0" tIns="0" rIns="0" bIns="0" anchor="t" anchorCtr="0">
            <a:spAutoFit/>
          </a:bodyPr>
          <a:lstStyle/>
          <a:p>
            <a:pPr algn="l">
              <a:lnSpc>
                <a:spcPct val="80000"/>
              </a:lnSpc>
            </a:pPr>
            <a:r>
              <a:rPr lang="ru-RU" sz="4500">
                <a:solidFill>
                  <a:srgbClr val="FFFFFF"/>
                </a:solidFill>
                <a:latin typeface="Arial" panose="020B0604020202020204" pitchFamily="34" charset="0"/>
                <a:ea typeface="Helvetica Neue"/>
                <a:cs typeface="Arial" panose="020B0604020202020204" pitchFamily="34" charset="0"/>
              </a:rPr>
              <a:t>ЗАГОЛОВОК СЛАЙДА</a:t>
            </a:r>
            <a:r>
              <a:rPr lang="en-US" sz="4500">
                <a:solidFill>
                  <a:srgbClr val="FFFFFF"/>
                </a:solidFill>
                <a:latin typeface="Arial" panose="020B0604020202020204" pitchFamily="34" charset="0"/>
                <a:ea typeface="Helvetica Neue"/>
                <a:cs typeface="Arial" panose="020B0604020202020204" pitchFamily="34" charset="0"/>
              </a:rPr>
              <a:t> </a:t>
            </a:r>
            <a:r>
              <a:rPr lang="ru-RU" sz="4500">
                <a:solidFill>
                  <a:srgbClr val="FFFFFF"/>
                </a:solidFill>
                <a:latin typeface="Arial" panose="020B0604020202020204" pitchFamily="34" charset="0"/>
                <a:ea typeface="Helvetica Neue"/>
                <a:cs typeface="Arial" panose="020B0604020202020204" pitchFamily="34" charset="0"/>
              </a:rPr>
              <a:t>В ДВЕ ИЛИ ТРИ СТРОКИ</a:t>
            </a:r>
            <a:endParaRPr sz="80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5612C1D-29F2-AAB3-AEF5-58F6D335830D}"/>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CC520DA4-E208-AC80-3D52-5468EDF43913}"/>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432333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63;p9">
            <a:extLst>
              <a:ext uri="{FF2B5EF4-FFF2-40B4-BE49-F238E27FC236}">
                <a16:creationId xmlns:a16="http://schemas.microsoft.com/office/drawing/2014/main" id="{DC59E840-FDEA-2DD0-187C-1427FFB1E31D}"/>
              </a:ext>
            </a:extLst>
          </p:cNvPr>
          <p:cNvSpPr txBox="1"/>
          <p:nvPr/>
        </p:nvSpPr>
        <p:spPr>
          <a:xfrm>
            <a:off x="353392" y="315040"/>
            <a:ext cx="8853670" cy="1107996"/>
          </a:xfrm>
          <a:prstGeom prst="rect">
            <a:avLst/>
          </a:prstGeom>
          <a:noFill/>
          <a:ln>
            <a:noFill/>
          </a:ln>
        </p:spPr>
        <p:txBody>
          <a:bodyPr spcFirstLastPara="1" wrap="square" lIns="0" tIns="0" rIns="0" bIns="0" anchor="t" anchorCtr="0">
            <a:spAutoFit/>
          </a:bodyPr>
          <a:lstStyle/>
          <a:p>
            <a:pPr algn="l">
              <a:lnSpc>
                <a:spcPct val="80000"/>
              </a:lnSpc>
            </a:pPr>
            <a:r>
              <a:rPr lang="ru-RU" sz="4500">
                <a:solidFill>
                  <a:srgbClr val="FFFFFF"/>
                </a:solidFill>
                <a:latin typeface="Arial" panose="020B0604020202020204" pitchFamily="34" charset="0"/>
                <a:ea typeface="Helvetica Neue"/>
                <a:cs typeface="Arial" panose="020B0604020202020204" pitchFamily="34" charset="0"/>
              </a:rPr>
              <a:t>ЗАГОЛОВОК СЛАЙДА</a:t>
            </a:r>
            <a:r>
              <a:rPr lang="en-US" sz="4500">
                <a:solidFill>
                  <a:srgbClr val="FFFFFF"/>
                </a:solidFill>
                <a:latin typeface="Arial" panose="020B0604020202020204" pitchFamily="34" charset="0"/>
                <a:ea typeface="Helvetica Neue"/>
                <a:cs typeface="Arial" panose="020B0604020202020204" pitchFamily="34" charset="0"/>
              </a:rPr>
              <a:t> </a:t>
            </a:r>
            <a:r>
              <a:rPr lang="ru-RU" sz="4500">
                <a:solidFill>
                  <a:srgbClr val="FFFFFF"/>
                </a:solidFill>
                <a:latin typeface="Arial" panose="020B0604020202020204" pitchFamily="34" charset="0"/>
                <a:ea typeface="Helvetica Neue"/>
                <a:cs typeface="Arial" panose="020B0604020202020204" pitchFamily="34" charset="0"/>
              </a:rPr>
              <a:t>В ДВЕ ИЛИ ТРИ СТРОКИ</a:t>
            </a:r>
            <a:endParaRPr sz="80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35B2BB6-D07F-7CD2-0C5D-D0317C3B484F}"/>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E979C50-FE22-331A-39B2-D0A281EB096C}"/>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196989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51454C6-83D0-DEDC-4F6D-CB73631B94AD}"/>
              </a:ext>
            </a:extLst>
          </p:cNvPr>
          <p:cNvSpPr txBox="1"/>
          <p:nvPr/>
        </p:nvSpPr>
        <p:spPr>
          <a:xfrm>
            <a:off x="2671470" y="2639040"/>
            <a:ext cx="6849057" cy="15799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ru-RU" sz="4800" b="0" i="0" u="none" strike="noStrike" cap="none" spc="0" normalizeH="0" baseline="0" dirty="0">
                <a:ln>
                  <a:noFill/>
                </a:ln>
                <a:solidFill>
                  <a:schemeClr val="bg1"/>
                </a:solidFill>
                <a:effectLst/>
                <a:uFillTx/>
                <a:latin typeface="Arial" panose="020B0604020202020204" pitchFamily="34" charset="0"/>
                <a:ea typeface="+mn-ea"/>
                <a:cs typeface="Arial" panose="020B0604020202020204" pitchFamily="34" charset="0"/>
                <a:sym typeface="Helvetica Neue"/>
              </a:rPr>
              <a:t>КРУПНЫЙ ТЕКСТ НА ВЕСЬ СЛАЙД</a:t>
            </a:r>
          </a:p>
        </p:txBody>
      </p:sp>
      <p:sp>
        <p:nvSpPr>
          <p:cNvPr id="4" name="TextBox 3">
            <a:extLst>
              <a:ext uri="{FF2B5EF4-FFF2-40B4-BE49-F238E27FC236}">
                <a16:creationId xmlns:a16="http://schemas.microsoft.com/office/drawing/2014/main" id="{0CF9981C-A9E8-4F45-8585-D71A289DE766}"/>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F7CF5AEE-ABBE-1861-0980-D32A9F15963B}"/>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809140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C0836-7B23-AB00-1DB0-B6605661E15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5D9B0B6-A0EC-61AE-031A-945E50CED014}"/>
              </a:ext>
            </a:extLst>
          </p:cNvPr>
          <p:cNvSpPr txBox="1"/>
          <p:nvPr/>
        </p:nvSpPr>
        <p:spPr>
          <a:xfrm>
            <a:off x="2671470" y="2639040"/>
            <a:ext cx="6849057" cy="15799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ru-RU" sz="4800" b="0" i="0" u="none" strike="noStrike" cap="none" spc="0" normalizeH="0" baseline="0" dirty="0">
                <a:ln>
                  <a:noFill/>
                </a:ln>
                <a:solidFill>
                  <a:schemeClr val="bg1"/>
                </a:solidFill>
                <a:effectLst/>
                <a:uFillTx/>
                <a:latin typeface="Arial" panose="020B0604020202020204" pitchFamily="34" charset="0"/>
                <a:ea typeface="+mn-ea"/>
                <a:cs typeface="Arial" panose="020B0604020202020204" pitchFamily="34" charset="0"/>
                <a:sym typeface="Helvetica Neue"/>
              </a:rPr>
              <a:t>КРУПНЫЙ ТЕКСТ НА ВЕСЬ СЛАЙД</a:t>
            </a:r>
          </a:p>
        </p:txBody>
      </p:sp>
      <p:sp>
        <p:nvSpPr>
          <p:cNvPr id="4" name="TextBox 3">
            <a:extLst>
              <a:ext uri="{FF2B5EF4-FFF2-40B4-BE49-F238E27FC236}">
                <a16:creationId xmlns:a16="http://schemas.microsoft.com/office/drawing/2014/main" id="{E94CF00A-C26B-8485-9073-00AE96A38E3C}"/>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56F3C8F1-9706-17C6-0648-932062573534}"/>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0532513"/>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77364-76E2-6C80-9595-DFFDEE7416C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0A8A071-78FB-9369-4516-036795B4563F}"/>
              </a:ext>
            </a:extLst>
          </p:cNvPr>
          <p:cNvSpPr txBox="1"/>
          <p:nvPr/>
        </p:nvSpPr>
        <p:spPr>
          <a:xfrm>
            <a:off x="259346" y="1531045"/>
            <a:ext cx="6849057" cy="37959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ru-RU" sz="8000" b="0" i="0" u="none" strike="noStrike" cap="none" spc="0" normalizeH="0" baseline="0" dirty="0">
                <a:ln>
                  <a:noFill/>
                </a:ln>
                <a:solidFill>
                  <a:schemeClr val="bg1"/>
                </a:solidFill>
                <a:effectLst/>
                <a:uFillTx/>
                <a:latin typeface="Arial" panose="020B0604020202020204" pitchFamily="34" charset="0"/>
                <a:ea typeface="+mn-ea"/>
                <a:cs typeface="Arial" panose="020B0604020202020204" pitchFamily="34" charset="0"/>
                <a:sym typeface="Helvetica Neue"/>
              </a:rPr>
              <a:t>КРУПНЫЙ ТЕКСТ НА ВЕСЬ СЛАЙД</a:t>
            </a:r>
          </a:p>
        </p:txBody>
      </p:sp>
      <p:sp>
        <p:nvSpPr>
          <p:cNvPr id="4" name="TextBox 3">
            <a:extLst>
              <a:ext uri="{FF2B5EF4-FFF2-40B4-BE49-F238E27FC236}">
                <a16:creationId xmlns:a16="http://schemas.microsoft.com/office/drawing/2014/main" id="{3FBE7658-7372-E0C2-B66A-279C900C9A35}"/>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0E7A599-5453-7472-2076-CDC73F1F5BA7}"/>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868066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id="{EE8EB727-A851-311A-B3D9-2AF999F65001}"/>
              </a:ext>
            </a:extLst>
          </p:cNvPr>
          <p:cNvGraphicFramePr>
            <a:graphicFrameLocks noGrp="1"/>
          </p:cNvGraphicFramePr>
          <p:nvPr>
            <p:extLst>
              <p:ext uri="{D42A27DB-BD31-4B8C-83A1-F6EECF244321}">
                <p14:modId xmlns:p14="http://schemas.microsoft.com/office/powerpoint/2010/main" val="4245364452"/>
              </p:ext>
            </p:extLst>
          </p:nvPr>
        </p:nvGraphicFramePr>
        <p:xfrm>
          <a:off x="353392" y="1310147"/>
          <a:ext cx="11470744" cy="4863703"/>
        </p:xfrm>
        <a:graphic>
          <a:graphicData uri="http://schemas.openxmlformats.org/drawingml/2006/table">
            <a:tbl>
              <a:tblPr>
                <a:effectLst/>
                <a:tableStyleId>{5C22544A-7EE6-4342-B048-85BDC9FD1C3A}</a:tableStyleId>
              </a:tblPr>
              <a:tblGrid>
                <a:gridCol w="2867686">
                  <a:extLst>
                    <a:ext uri="{9D8B030D-6E8A-4147-A177-3AD203B41FA5}">
                      <a16:colId xmlns:a16="http://schemas.microsoft.com/office/drawing/2014/main" val="2052779202"/>
                    </a:ext>
                  </a:extLst>
                </a:gridCol>
                <a:gridCol w="2867686">
                  <a:extLst>
                    <a:ext uri="{9D8B030D-6E8A-4147-A177-3AD203B41FA5}">
                      <a16:colId xmlns:a16="http://schemas.microsoft.com/office/drawing/2014/main" val="78735721"/>
                    </a:ext>
                  </a:extLst>
                </a:gridCol>
                <a:gridCol w="2867686">
                  <a:extLst>
                    <a:ext uri="{9D8B030D-6E8A-4147-A177-3AD203B41FA5}">
                      <a16:colId xmlns:a16="http://schemas.microsoft.com/office/drawing/2014/main" val="4268556142"/>
                    </a:ext>
                  </a:extLst>
                </a:gridCol>
                <a:gridCol w="2867686">
                  <a:extLst>
                    <a:ext uri="{9D8B030D-6E8A-4147-A177-3AD203B41FA5}">
                      <a16:colId xmlns:a16="http://schemas.microsoft.com/office/drawing/2014/main" val="3417236482"/>
                    </a:ext>
                  </a:extLst>
                </a:gridCol>
              </a:tblGrid>
              <a:tr h="403511">
                <a:tc>
                  <a:txBody>
                    <a:bodyPr/>
                    <a:lstStyle/>
                    <a:p>
                      <a:pPr algn="l"/>
                      <a:r>
                        <a:rPr lang="ru-RU" sz="1100" b="1" dirty="0">
                          <a:solidFill>
                            <a:schemeClr val="accent2"/>
                          </a:solidFill>
                          <a:latin typeface="Arial" panose="020B0604020202020204" pitchFamily="34" charset="0"/>
                          <a:cs typeface="Arial" panose="020B0604020202020204" pitchFamily="34" charset="0"/>
                        </a:rPr>
                        <a:t>Наименование</a:t>
                      </a:r>
                    </a:p>
                  </a:txBody>
                  <a:tcPr marL="0" marR="84406" marT="42203" marB="42203"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10DCD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ru-RU" sz="1100" b="1" dirty="0">
                          <a:solidFill>
                            <a:schemeClr val="accent2"/>
                          </a:solidFill>
                          <a:latin typeface="Arial" panose="020B0604020202020204" pitchFamily="34" charset="0"/>
                          <a:cs typeface="Arial" panose="020B0604020202020204" pitchFamily="34" charset="0"/>
                        </a:rPr>
                        <a:t>Данные, млрд руб.</a:t>
                      </a:r>
                    </a:p>
                  </a:txBody>
                  <a:tcPr marL="108000" marR="199385" marT="42203" marB="42203"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10DCD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ru-RU" sz="1100" b="1" dirty="0">
                          <a:solidFill>
                            <a:schemeClr val="accent2"/>
                          </a:solidFill>
                          <a:latin typeface="Arial" panose="020B0604020202020204" pitchFamily="34" charset="0"/>
                          <a:cs typeface="Arial" panose="020B0604020202020204" pitchFamily="34" charset="0"/>
                        </a:rPr>
                        <a:t>Данные, млрд руб.</a:t>
                      </a:r>
                    </a:p>
                  </a:txBody>
                  <a:tcPr marL="108000" marR="199385" marT="42203" marB="42203"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10DCD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ru-RU" sz="1100" b="1" dirty="0">
                          <a:solidFill>
                            <a:schemeClr val="accent2"/>
                          </a:solidFill>
                          <a:latin typeface="Arial" panose="020B0604020202020204" pitchFamily="34" charset="0"/>
                          <a:cs typeface="Arial" panose="020B0604020202020204" pitchFamily="34" charset="0"/>
                        </a:rPr>
                        <a:t>Данные, млрд руб.</a:t>
                      </a:r>
                    </a:p>
                  </a:txBody>
                  <a:tcPr marL="108000" marR="0" marT="42203" marB="42203"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10DCD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3225686"/>
                  </a:ext>
                </a:extLst>
              </a:tr>
              <a:tr h="557524">
                <a:tc>
                  <a:txBody>
                    <a:bodyPr/>
                    <a:lstStyle/>
                    <a:p>
                      <a:pPr algn="l"/>
                      <a:r>
                        <a:rPr kumimoji="0" lang="ru-RU" sz="1050" b="1"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Название 1</a:t>
                      </a:r>
                    </a:p>
                  </a:txBody>
                  <a:tcPr marL="0" marR="84406" marT="42203" marB="42203" anchor="ctr">
                    <a:lnL w="63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rgbClr val="10DCD3"/>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25</a:t>
                      </a:r>
                    </a:p>
                  </a:txBody>
                  <a:tcPr marL="108000" marR="199385" marT="42203" marB="42203" anchor="ctr">
                    <a:lnL w="57150" cap="flat" cmpd="sng" algn="ctr">
                      <a:noFill/>
                      <a:prstDash val="solid"/>
                      <a:round/>
                      <a:headEnd type="none" w="med" len="med"/>
                      <a:tailEnd type="none" w="med" len="med"/>
                    </a:lnL>
                    <a:lnR w="12700" cmpd="sng">
                      <a:noFill/>
                    </a:lnR>
                    <a:lnT w="12700" cap="flat" cmpd="sng" algn="ctr">
                      <a:solidFill>
                        <a:srgbClr val="10DCD3"/>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25</a:t>
                      </a:r>
                    </a:p>
                  </a:txBody>
                  <a:tcPr marL="108000" marR="199385" marT="42203" marB="42203" anchor="ctr">
                    <a:lnL w="57150" cap="flat" cmpd="sng" algn="ctr">
                      <a:noFill/>
                      <a:prstDash val="solid"/>
                      <a:round/>
                      <a:headEnd type="none" w="med" len="med"/>
                      <a:tailEnd type="none" w="med" len="med"/>
                    </a:lnL>
                    <a:lnR w="12700" cmpd="sng">
                      <a:noFill/>
                    </a:lnR>
                    <a:lnT w="12700" cap="flat" cmpd="sng" algn="ctr">
                      <a:solidFill>
                        <a:srgbClr val="10DCD3"/>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25</a:t>
                      </a:r>
                    </a:p>
                  </a:txBody>
                  <a:tcPr marL="108000" marR="0" marT="42203" marB="42203" anchor="ctr">
                    <a:lnL w="571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0DCD3"/>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0546792"/>
                  </a:ext>
                </a:extLst>
              </a:tr>
              <a:tr h="557524">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Название 2</a:t>
                      </a:r>
                    </a:p>
                  </a:txBody>
                  <a:tcPr marL="0" marR="84406" marT="42203" marB="42203" anchor="ctr">
                    <a:lnL w="63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14</a:t>
                      </a:r>
                    </a:p>
                  </a:txBody>
                  <a:tcPr marL="108000" marR="199385" marT="42203" marB="42203" anchor="ctr">
                    <a:lnL w="5715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14</a:t>
                      </a:r>
                    </a:p>
                  </a:txBody>
                  <a:tcPr marL="108000" marR="199385" marT="42203" marB="42203" anchor="ctr">
                    <a:lnL w="5715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14</a:t>
                      </a:r>
                    </a:p>
                  </a:txBody>
                  <a:tcPr marL="108000" marR="0" marT="42203" marB="42203" anchor="ctr">
                    <a:lnL w="571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0265967"/>
                  </a:ext>
                </a:extLst>
              </a:tr>
              <a:tr h="557524">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Название 3</a:t>
                      </a:r>
                    </a:p>
                  </a:txBody>
                  <a:tcPr marL="0" marR="84406" marT="42203" marB="42203" anchor="ctr">
                    <a:lnL w="63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254</a:t>
                      </a:r>
                    </a:p>
                  </a:txBody>
                  <a:tcPr marL="108000" marR="199385" marT="42203" marB="42203" anchor="ctr">
                    <a:lnL w="5715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254</a:t>
                      </a:r>
                    </a:p>
                  </a:txBody>
                  <a:tcPr marL="108000" marR="199385" marT="42203" marB="42203" anchor="ctr">
                    <a:lnL w="5715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254</a:t>
                      </a:r>
                    </a:p>
                  </a:txBody>
                  <a:tcPr marL="108000" marR="0" marT="42203" marB="42203" anchor="ctr">
                    <a:lnL w="571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8552207"/>
                  </a:ext>
                </a:extLst>
              </a:tr>
              <a:tr h="557524">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Название 4</a:t>
                      </a:r>
                    </a:p>
                  </a:txBody>
                  <a:tcPr marL="0" marR="84406" marT="42203" marB="42203" anchor="ctr">
                    <a:lnL w="63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24</a:t>
                      </a:r>
                    </a:p>
                  </a:txBody>
                  <a:tcPr marL="108000" marR="199385" marT="42203" marB="42203" anchor="ctr">
                    <a:lnL w="5715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24</a:t>
                      </a:r>
                    </a:p>
                  </a:txBody>
                  <a:tcPr marL="108000" marR="199385" marT="42203" marB="42203" anchor="ctr">
                    <a:lnL w="5715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24</a:t>
                      </a:r>
                    </a:p>
                  </a:txBody>
                  <a:tcPr marL="108000" marR="0" marT="42203" marB="42203" anchor="ctr">
                    <a:lnL w="571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324757"/>
                  </a:ext>
                </a:extLst>
              </a:tr>
              <a:tr h="557524">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Название 5</a:t>
                      </a:r>
                    </a:p>
                  </a:txBody>
                  <a:tcPr marL="0" marR="84406" marT="42203" marB="42203" anchor="ctr">
                    <a:lnL w="63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453</a:t>
                      </a:r>
                    </a:p>
                  </a:txBody>
                  <a:tcPr marL="108000" marR="199385" marT="42203" marB="42203" anchor="ctr">
                    <a:lnL w="5715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453</a:t>
                      </a:r>
                    </a:p>
                  </a:txBody>
                  <a:tcPr marL="108000" marR="199385" marT="42203" marB="42203" anchor="ctr">
                    <a:lnL w="5715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453</a:t>
                      </a:r>
                    </a:p>
                  </a:txBody>
                  <a:tcPr marL="108000" marR="0" marT="42203" marB="42203" anchor="ctr">
                    <a:lnL w="571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7588493"/>
                  </a:ext>
                </a:extLst>
              </a:tr>
              <a:tr h="557524">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Название 6</a:t>
                      </a:r>
                    </a:p>
                  </a:txBody>
                  <a:tcPr marL="0" marR="84406" marT="42203" marB="42203" anchor="ctr">
                    <a:lnL w="63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21</a:t>
                      </a:r>
                    </a:p>
                  </a:txBody>
                  <a:tcPr marL="108000" marR="199385" marT="42203" marB="42203" anchor="ctr">
                    <a:lnL w="5715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21</a:t>
                      </a:r>
                    </a:p>
                  </a:txBody>
                  <a:tcPr marL="108000" marR="199385" marT="42203" marB="42203" anchor="ctr">
                    <a:lnL w="5715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21</a:t>
                      </a:r>
                    </a:p>
                  </a:txBody>
                  <a:tcPr marL="108000" marR="0" marT="42203" marB="42203" anchor="ctr">
                    <a:lnL w="571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9980051"/>
                  </a:ext>
                </a:extLst>
              </a:tr>
              <a:tr h="557524">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Название 7</a:t>
                      </a:r>
                    </a:p>
                  </a:txBody>
                  <a:tcPr marL="0" marR="84406" marT="42203" marB="42203" anchor="ctr">
                    <a:lnL w="63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45</a:t>
                      </a:r>
                    </a:p>
                  </a:txBody>
                  <a:tcPr marL="108000" marR="199385" marT="42203" marB="42203" anchor="ctr">
                    <a:lnL w="5715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45</a:t>
                      </a:r>
                    </a:p>
                  </a:txBody>
                  <a:tcPr marL="108000" marR="199385" marT="42203" marB="42203" anchor="ctr">
                    <a:lnL w="5715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45</a:t>
                      </a:r>
                    </a:p>
                  </a:txBody>
                  <a:tcPr marL="108000" marR="0" marT="42203" marB="42203" anchor="ctr">
                    <a:lnL w="571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5302382"/>
                  </a:ext>
                </a:extLst>
              </a:tr>
              <a:tr h="557524">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Название 8</a:t>
                      </a:r>
                    </a:p>
                  </a:txBody>
                  <a:tcPr marL="0" marR="84406" marT="42203" marB="42203" anchor="ctr">
                    <a:lnL w="63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63</a:t>
                      </a:r>
                    </a:p>
                  </a:txBody>
                  <a:tcPr marL="108000" marR="199385" marT="42203" marB="42203" anchor="ctr">
                    <a:lnL w="5715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63</a:t>
                      </a:r>
                    </a:p>
                  </a:txBody>
                  <a:tcPr marL="108000" marR="199385" marT="42203" marB="42203" anchor="ctr">
                    <a:lnL w="5715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ru-RU" sz="1200" b="0" i="0" u="none" strike="noStrike" kern="1200" cap="none" spc="0" normalizeH="0" baseline="0" dirty="0">
                          <a:ln>
                            <a:noFill/>
                          </a:ln>
                          <a:solidFill>
                            <a:schemeClr val="bg1"/>
                          </a:solidFill>
                          <a:effectLst/>
                          <a:uLnTx/>
                          <a:uFillTx/>
                          <a:latin typeface="Arial" panose="020B0604020202020204" pitchFamily="34" charset="0"/>
                          <a:ea typeface="+mn-ea"/>
                          <a:cs typeface="Arial" panose="020B0604020202020204" pitchFamily="34" charset="0"/>
                        </a:rPr>
                        <a:t>63</a:t>
                      </a:r>
                    </a:p>
                  </a:txBody>
                  <a:tcPr marL="108000" marR="0" marT="42203" marB="42203" anchor="ctr">
                    <a:lnL w="571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9344814"/>
                  </a:ext>
                </a:extLst>
              </a:tr>
            </a:tbl>
          </a:graphicData>
        </a:graphic>
      </p:graphicFrame>
      <p:sp>
        <p:nvSpPr>
          <p:cNvPr id="5" name="Google Shape;63;p9">
            <a:extLst>
              <a:ext uri="{FF2B5EF4-FFF2-40B4-BE49-F238E27FC236}">
                <a16:creationId xmlns:a16="http://schemas.microsoft.com/office/drawing/2014/main" id="{9F9EEBDE-922B-79A7-63E8-B2F5E73175F4}"/>
              </a:ext>
            </a:extLst>
          </p:cNvPr>
          <p:cNvSpPr txBox="1"/>
          <p:nvPr/>
        </p:nvSpPr>
        <p:spPr>
          <a:xfrm>
            <a:off x="353392" y="315040"/>
            <a:ext cx="8853670" cy="553998"/>
          </a:xfrm>
          <a:prstGeom prst="rect">
            <a:avLst/>
          </a:prstGeom>
          <a:noFill/>
          <a:ln>
            <a:noFill/>
          </a:ln>
        </p:spPr>
        <p:txBody>
          <a:bodyPr spcFirstLastPara="1" wrap="square" lIns="0" tIns="0" rIns="0" bIns="0" anchor="t" anchorCtr="0">
            <a:spAutoFit/>
          </a:bodyPr>
          <a:lstStyle/>
          <a:p>
            <a:pPr algn="l">
              <a:lnSpc>
                <a:spcPct val="80000"/>
              </a:lnSpc>
            </a:pPr>
            <a:r>
              <a:rPr lang="ru-RU" sz="4500">
                <a:solidFill>
                  <a:srgbClr val="FFFFFF"/>
                </a:solidFill>
                <a:latin typeface="Arial" panose="020B0604020202020204" pitchFamily="34" charset="0"/>
                <a:ea typeface="Helvetica Neue"/>
                <a:cs typeface="Arial" panose="020B0604020202020204" pitchFamily="34" charset="0"/>
              </a:rPr>
              <a:t>ЗАГОЛОВОК СЛАЙДА</a:t>
            </a:r>
            <a:r>
              <a:rPr lang="en-US" sz="4500">
                <a:solidFill>
                  <a:srgbClr val="FFFFFF"/>
                </a:solidFill>
                <a:latin typeface="Arial" panose="020B0604020202020204" pitchFamily="34" charset="0"/>
                <a:ea typeface="Helvetica Neue"/>
                <a:cs typeface="Arial" panose="020B0604020202020204" pitchFamily="34" charset="0"/>
              </a:rPr>
              <a:t> </a:t>
            </a:r>
            <a:endParaRPr sz="80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741859C-9DB9-1152-F437-77BBCFB28071}"/>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8A59EC39-2919-237C-74A6-023A3AF1B277}"/>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297850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Заголовок данных">
            <a:extLst>
              <a:ext uri="{FF2B5EF4-FFF2-40B4-BE49-F238E27FC236}">
                <a16:creationId xmlns:a16="http://schemas.microsoft.com/office/drawing/2014/main" id="{17C0B292-F3B5-ACD0-817E-C7EF3B13137A}"/>
              </a:ext>
            </a:extLst>
          </p:cNvPr>
          <p:cNvSpPr txBox="1"/>
          <p:nvPr/>
        </p:nvSpPr>
        <p:spPr>
          <a:xfrm>
            <a:off x="6396380" y="1340810"/>
            <a:ext cx="3097278" cy="2412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10000"/>
              </a:lnSpc>
              <a:defRPr sz="3000">
                <a:latin typeface="YS Geo Medium"/>
                <a:ea typeface="YS Geo Medium"/>
                <a:cs typeface="YS Geo Medium"/>
                <a:sym typeface="YS Geo Medium"/>
              </a:defRPr>
            </a:lvl1pPr>
          </a:lstStyle>
          <a:p>
            <a:pPr algn="l"/>
            <a:r>
              <a:rPr sz="1500">
                <a:solidFill>
                  <a:schemeClr val="bg1"/>
                </a:solidFill>
                <a:latin typeface="Arial" panose="020B0604020202020204" pitchFamily="34" charset="0"/>
                <a:cs typeface="Arial" panose="020B0604020202020204" pitchFamily="34" charset="0"/>
              </a:rPr>
              <a:t>Заголовок данных</a:t>
            </a:r>
          </a:p>
        </p:txBody>
      </p:sp>
      <p:sp>
        <p:nvSpPr>
          <p:cNvPr id="11" name="Метрика данных">
            <a:extLst>
              <a:ext uri="{FF2B5EF4-FFF2-40B4-BE49-F238E27FC236}">
                <a16:creationId xmlns:a16="http://schemas.microsoft.com/office/drawing/2014/main" id="{9976825B-A0D6-0BA6-BA33-E56FC1E3CEE1}"/>
              </a:ext>
            </a:extLst>
          </p:cNvPr>
          <p:cNvSpPr txBox="1"/>
          <p:nvPr/>
        </p:nvSpPr>
        <p:spPr>
          <a:xfrm>
            <a:off x="6396380" y="1598317"/>
            <a:ext cx="3097278" cy="1527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10000"/>
              </a:lnSpc>
              <a:defRPr sz="1900">
                <a:latin typeface="YS Geo Light"/>
                <a:ea typeface="YS Geo Light"/>
                <a:cs typeface="YS Geo Light"/>
                <a:sym typeface="YS Geo Light"/>
              </a:defRPr>
            </a:lvl1pPr>
          </a:lstStyle>
          <a:p>
            <a:pPr algn="l"/>
            <a:r>
              <a:rPr sz="950" dirty="0" err="1">
                <a:solidFill>
                  <a:schemeClr val="bg1"/>
                </a:solidFill>
                <a:latin typeface="Arial" panose="020B0604020202020204" pitchFamily="34" charset="0"/>
                <a:cs typeface="Arial" panose="020B0604020202020204" pitchFamily="34" charset="0"/>
              </a:rPr>
              <a:t>Метрика</a:t>
            </a:r>
            <a:r>
              <a:rPr sz="950" dirty="0">
                <a:solidFill>
                  <a:schemeClr val="bg1"/>
                </a:solidFill>
                <a:latin typeface="Arial" panose="020B0604020202020204" pitchFamily="34" charset="0"/>
                <a:cs typeface="Arial" panose="020B0604020202020204" pitchFamily="34" charset="0"/>
              </a:rPr>
              <a:t> </a:t>
            </a:r>
            <a:r>
              <a:rPr sz="950" dirty="0" err="1">
                <a:solidFill>
                  <a:schemeClr val="bg1"/>
                </a:solidFill>
                <a:latin typeface="Arial" panose="020B0604020202020204" pitchFamily="34" charset="0"/>
                <a:cs typeface="Arial" panose="020B0604020202020204" pitchFamily="34" charset="0"/>
              </a:rPr>
              <a:t>данных</a:t>
            </a:r>
            <a:endParaRPr sz="950" dirty="0">
              <a:solidFill>
                <a:schemeClr val="bg1"/>
              </a:solidFill>
              <a:latin typeface="Arial" panose="020B0604020202020204" pitchFamily="34" charset="0"/>
              <a:cs typeface="Arial" panose="020B0604020202020204" pitchFamily="34" charset="0"/>
            </a:endParaRPr>
          </a:p>
        </p:txBody>
      </p:sp>
      <p:sp>
        <p:nvSpPr>
          <p:cNvPr id="12" name="Заголовок данных">
            <a:extLst>
              <a:ext uri="{FF2B5EF4-FFF2-40B4-BE49-F238E27FC236}">
                <a16:creationId xmlns:a16="http://schemas.microsoft.com/office/drawing/2014/main" id="{84304FC9-78DE-FC02-6BBE-AB05C168E2B2}"/>
              </a:ext>
            </a:extLst>
          </p:cNvPr>
          <p:cNvSpPr txBox="1"/>
          <p:nvPr/>
        </p:nvSpPr>
        <p:spPr>
          <a:xfrm>
            <a:off x="397036" y="1340810"/>
            <a:ext cx="3097278" cy="2412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10000"/>
              </a:lnSpc>
              <a:defRPr sz="3000">
                <a:latin typeface="YS Geo Medium"/>
                <a:ea typeface="YS Geo Medium"/>
                <a:cs typeface="YS Geo Medium"/>
                <a:sym typeface="YS Geo Medium"/>
              </a:defRPr>
            </a:lvl1pPr>
          </a:lstStyle>
          <a:p>
            <a:pPr algn="l"/>
            <a:r>
              <a:rPr sz="1500" dirty="0" err="1">
                <a:solidFill>
                  <a:schemeClr val="bg1"/>
                </a:solidFill>
                <a:latin typeface="Arial" panose="020B0604020202020204" pitchFamily="34" charset="0"/>
                <a:cs typeface="Arial" panose="020B0604020202020204" pitchFamily="34" charset="0"/>
              </a:rPr>
              <a:t>Заголовок</a:t>
            </a:r>
            <a:r>
              <a:rPr sz="1500" dirty="0">
                <a:solidFill>
                  <a:schemeClr val="bg1"/>
                </a:solidFill>
                <a:latin typeface="Arial" panose="020B0604020202020204" pitchFamily="34" charset="0"/>
                <a:cs typeface="Arial" panose="020B0604020202020204" pitchFamily="34" charset="0"/>
              </a:rPr>
              <a:t> </a:t>
            </a:r>
            <a:r>
              <a:rPr sz="1500" dirty="0" err="1">
                <a:solidFill>
                  <a:schemeClr val="bg1"/>
                </a:solidFill>
                <a:latin typeface="Arial" panose="020B0604020202020204" pitchFamily="34" charset="0"/>
                <a:cs typeface="Arial" panose="020B0604020202020204" pitchFamily="34" charset="0"/>
              </a:rPr>
              <a:t>данных</a:t>
            </a:r>
            <a:endParaRPr sz="1500" dirty="0">
              <a:solidFill>
                <a:schemeClr val="bg1"/>
              </a:solidFill>
              <a:latin typeface="Arial" panose="020B0604020202020204" pitchFamily="34" charset="0"/>
              <a:cs typeface="Arial" panose="020B0604020202020204" pitchFamily="34" charset="0"/>
            </a:endParaRPr>
          </a:p>
        </p:txBody>
      </p:sp>
      <p:sp>
        <p:nvSpPr>
          <p:cNvPr id="13" name="Метрика данных">
            <a:extLst>
              <a:ext uri="{FF2B5EF4-FFF2-40B4-BE49-F238E27FC236}">
                <a16:creationId xmlns:a16="http://schemas.microsoft.com/office/drawing/2014/main" id="{17A056BF-C8F6-708B-2FF9-D3D1FD972859}"/>
              </a:ext>
            </a:extLst>
          </p:cNvPr>
          <p:cNvSpPr txBox="1"/>
          <p:nvPr/>
        </p:nvSpPr>
        <p:spPr>
          <a:xfrm>
            <a:off x="397036" y="1598317"/>
            <a:ext cx="3097278" cy="1527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10000"/>
              </a:lnSpc>
              <a:defRPr sz="1900">
                <a:latin typeface="YS Geo Light"/>
                <a:ea typeface="YS Geo Light"/>
                <a:cs typeface="YS Geo Light"/>
                <a:sym typeface="YS Geo Light"/>
              </a:defRPr>
            </a:lvl1pPr>
          </a:lstStyle>
          <a:p>
            <a:pPr algn="l"/>
            <a:r>
              <a:rPr sz="950" dirty="0" err="1">
                <a:solidFill>
                  <a:schemeClr val="bg1"/>
                </a:solidFill>
                <a:latin typeface="Arial" panose="020B0604020202020204" pitchFamily="34" charset="0"/>
                <a:cs typeface="Arial" panose="020B0604020202020204" pitchFamily="34" charset="0"/>
              </a:rPr>
              <a:t>Метрика</a:t>
            </a:r>
            <a:r>
              <a:rPr sz="950" dirty="0">
                <a:solidFill>
                  <a:schemeClr val="bg1"/>
                </a:solidFill>
                <a:latin typeface="Arial" panose="020B0604020202020204" pitchFamily="34" charset="0"/>
                <a:cs typeface="Arial" panose="020B0604020202020204" pitchFamily="34" charset="0"/>
              </a:rPr>
              <a:t> </a:t>
            </a:r>
            <a:r>
              <a:rPr sz="950" dirty="0" err="1">
                <a:solidFill>
                  <a:schemeClr val="bg1"/>
                </a:solidFill>
                <a:latin typeface="Arial" panose="020B0604020202020204" pitchFamily="34" charset="0"/>
                <a:cs typeface="Arial" panose="020B0604020202020204" pitchFamily="34" charset="0"/>
              </a:rPr>
              <a:t>данных</a:t>
            </a:r>
            <a:endParaRPr sz="950" dirty="0">
              <a:solidFill>
                <a:schemeClr val="bg1"/>
              </a:solidFill>
              <a:latin typeface="Arial" panose="020B0604020202020204" pitchFamily="34" charset="0"/>
              <a:cs typeface="Arial" panose="020B0604020202020204" pitchFamily="34" charset="0"/>
            </a:endParaRPr>
          </a:p>
        </p:txBody>
      </p:sp>
      <p:graphicFrame>
        <p:nvGraphicFramePr>
          <p:cNvPr id="14" name="Двухмерная столбчатая диаграмма">
            <a:extLst>
              <a:ext uri="{FF2B5EF4-FFF2-40B4-BE49-F238E27FC236}">
                <a16:creationId xmlns:a16="http://schemas.microsoft.com/office/drawing/2014/main" id="{1CA4040F-5B3D-B943-D2D5-691E0C1B986A}"/>
              </a:ext>
            </a:extLst>
          </p:cNvPr>
          <p:cNvGraphicFramePr/>
          <p:nvPr>
            <p:extLst>
              <p:ext uri="{D42A27DB-BD31-4B8C-83A1-F6EECF244321}">
                <p14:modId xmlns:p14="http://schemas.microsoft.com/office/powerpoint/2010/main" val="692369384"/>
              </p:ext>
            </p:extLst>
          </p:nvPr>
        </p:nvGraphicFramePr>
        <p:xfrm>
          <a:off x="352051" y="2014255"/>
          <a:ext cx="5487101" cy="411191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Двухмерная полосчатая диаграмма">
            <a:extLst>
              <a:ext uri="{FF2B5EF4-FFF2-40B4-BE49-F238E27FC236}">
                <a16:creationId xmlns:a16="http://schemas.microsoft.com/office/drawing/2014/main" id="{C8A20DAF-A11F-FEDE-07BE-E78CAFD52D3D}"/>
              </a:ext>
            </a:extLst>
          </p:cNvPr>
          <p:cNvGraphicFramePr/>
          <p:nvPr>
            <p:extLst>
              <p:ext uri="{D42A27DB-BD31-4B8C-83A1-F6EECF244321}">
                <p14:modId xmlns:p14="http://schemas.microsoft.com/office/powerpoint/2010/main" val="4131552630"/>
              </p:ext>
            </p:extLst>
          </p:nvPr>
        </p:nvGraphicFramePr>
        <p:xfrm>
          <a:off x="6396381" y="2085973"/>
          <a:ext cx="5308626" cy="4111913"/>
        </p:xfrm>
        <a:graphic>
          <a:graphicData uri="http://schemas.openxmlformats.org/drawingml/2006/chart">
            <c:chart xmlns:c="http://schemas.openxmlformats.org/drawingml/2006/chart" xmlns:r="http://schemas.openxmlformats.org/officeDocument/2006/relationships" r:id="rId3"/>
          </a:graphicData>
        </a:graphic>
      </p:graphicFrame>
      <p:sp>
        <p:nvSpPr>
          <p:cNvPr id="2" name="Google Shape;63;p9">
            <a:extLst>
              <a:ext uri="{FF2B5EF4-FFF2-40B4-BE49-F238E27FC236}">
                <a16:creationId xmlns:a16="http://schemas.microsoft.com/office/drawing/2014/main" id="{CBCF9446-2742-3DEF-B326-98B56A2CA453}"/>
              </a:ext>
            </a:extLst>
          </p:cNvPr>
          <p:cNvSpPr txBox="1"/>
          <p:nvPr/>
        </p:nvSpPr>
        <p:spPr>
          <a:xfrm>
            <a:off x="353392" y="315040"/>
            <a:ext cx="8853670" cy="553998"/>
          </a:xfrm>
          <a:prstGeom prst="rect">
            <a:avLst/>
          </a:prstGeom>
          <a:noFill/>
          <a:ln>
            <a:noFill/>
          </a:ln>
        </p:spPr>
        <p:txBody>
          <a:bodyPr spcFirstLastPara="1" wrap="square" lIns="0" tIns="0" rIns="0" bIns="0" anchor="t" anchorCtr="0">
            <a:spAutoFit/>
          </a:bodyPr>
          <a:lstStyle/>
          <a:p>
            <a:pPr algn="l">
              <a:lnSpc>
                <a:spcPct val="80000"/>
              </a:lnSpc>
            </a:pPr>
            <a:r>
              <a:rPr lang="ru-RU" sz="4500">
                <a:solidFill>
                  <a:srgbClr val="FFFFFF"/>
                </a:solidFill>
                <a:latin typeface="Arial" panose="020B0604020202020204" pitchFamily="34" charset="0"/>
                <a:ea typeface="Helvetica Neue"/>
                <a:cs typeface="Arial" panose="020B0604020202020204" pitchFamily="34" charset="0"/>
              </a:rPr>
              <a:t>ЗАГОЛОВОК СЛАЙДА</a:t>
            </a:r>
            <a:r>
              <a:rPr lang="en-US" sz="4500">
                <a:solidFill>
                  <a:srgbClr val="FFFFFF"/>
                </a:solidFill>
                <a:latin typeface="Arial" panose="020B0604020202020204" pitchFamily="34" charset="0"/>
                <a:ea typeface="Helvetica Neue"/>
                <a:cs typeface="Arial" panose="020B0604020202020204" pitchFamily="34" charset="0"/>
              </a:rPr>
              <a:t> </a:t>
            </a:r>
            <a:endParaRPr sz="80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00E516FF-6BBC-4AE8-3E4E-9E1CF8F05C45}"/>
              </a:ext>
            </a:extLst>
          </p:cNvPr>
          <p:cNvSpPr txBox="1"/>
          <p:nvPr/>
        </p:nvSpPr>
        <p:spPr>
          <a:xfrm>
            <a:off x="10585465" y="315040"/>
            <a:ext cx="1381932" cy="28725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108000" bIns="50800" numCol="1" spcCol="38100" rtlCol="0" anchor="ctr">
            <a:spAutoFit/>
          </a:bodyPr>
          <a:lstStyle/>
          <a:p>
            <a:pPr algn="r" defTabSz="2438338"/>
            <a:r>
              <a:rPr lang="ru-RU" dirty="0">
                <a:solidFill>
                  <a:schemeClr val="bg1"/>
                </a:solidFill>
                <a:latin typeface="Arial" panose="020B0604020202020204" pitchFamily="34" charset="0"/>
                <a:cs typeface="Arial" panose="020B0604020202020204" pitchFamily="34" charset="0"/>
              </a:rPr>
              <a:t>ИМЯ ФАМИЛИЯ</a:t>
            </a:r>
            <a:endParaRPr lang="ru-RU" dirty="0">
              <a:solidFill>
                <a:schemeClr val="bg1"/>
              </a:solidFill>
              <a:effectLst/>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6E18A43-26FA-C2F9-E498-DA82B173208F}"/>
              </a:ext>
            </a:extLst>
          </p:cNvPr>
          <p:cNvSpPr txBox="1"/>
          <p:nvPr/>
        </p:nvSpPr>
        <p:spPr>
          <a:xfrm>
            <a:off x="9774107" y="602298"/>
            <a:ext cx="2193290" cy="241092"/>
          </a:xfrm>
          <a:prstGeom prst="rect">
            <a:avLst/>
          </a:prstGeom>
          <a:solidFill>
            <a:srgbClr val="18202E"/>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a:r>
              <a:rPr lang="ru-RU" sz="900" dirty="0">
                <a:solidFill>
                  <a:schemeClr val="bg1"/>
                </a:solidFill>
                <a:latin typeface="Arial" panose="020B0604020202020204" pitchFamily="34" charset="0"/>
                <a:cs typeface="Arial" panose="020B0604020202020204" pitchFamily="34" charset="0"/>
              </a:rPr>
              <a:t>Название компании</a:t>
            </a:r>
            <a:endParaRPr lang="en" sz="9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18964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37A1E9C6-3FD0-B88E-2DE8-450275143D7D}"/>
              </a:ext>
            </a:extLst>
          </p:cNvPr>
          <p:cNvSpPr>
            <a:spLocks noGrp="1"/>
          </p:cNvSpPr>
          <p:nvPr>
            <p:ph type="body" sz="half" idx="21"/>
          </p:nvPr>
        </p:nvSpPr>
        <p:spPr/>
        <p:txBody>
          <a:bodyPr/>
          <a:lstStyle/>
          <a:p>
            <a:endParaRPr lang="ru-RU"/>
          </a:p>
        </p:txBody>
      </p:sp>
      <p:sp>
        <p:nvSpPr>
          <p:cNvPr id="3" name="Текст 2">
            <a:extLst>
              <a:ext uri="{FF2B5EF4-FFF2-40B4-BE49-F238E27FC236}">
                <a16:creationId xmlns:a16="http://schemas.microsoft.com/office/drawing/2014/main" id="{C8527EB7-04B5-55DA-6654-5A981E4E894C}"/>
              </a:ext>
            </a:extLst>
          </p:cNvPr>
          <p:cNvSpPr>
            <a:spLocks noGrp="1"/>
          </p:cNvSpPr>
          <p:nvPr>
            <p:ph type="body" sz="half" idx="22"/>
          </p:nvPr>
        </p:nvSpPr>
        <p:spPr/>
        <p:txBody>
          <a:bodyPr/>
          <a:lstStyle/>
          <a:p>
            <a:endParaRPr lang="ru-RU"/>
          </a:p>
        </p:txBody>
      </p:sp>
      <p:sp>
        <p:nvSpPr>
          <p:cNvPr id="4" name="Текст 3">
            <a:extLst>
              <a:ext uri="{FF2B5EF4-FFF2-40B4-BE49-F238E27FC236}">
                <a16:creationId xmlns:a16="http://schemas.microsoft.com/office/drawing/2014/main" id="{00F827B9-606A-440D-54DB-1A58187FD12F}"/>
              </a:ext>
            </a:extLst>
          </p:cNvPr>
          <p:cNvSpPr>
            <a:spLocks noGrp="1"/>
          </p:cNvSpPr>
          <p:nvPr>
            <p:ph type="body" sz="half" idx="23"/>
          </p:nvPr>
        </p:nvSpPr>
        <p:spPr/>
        <p:txBody>
          <a:bodyPr/>
          <a:lstStyle/>
          <a:p>
            <a:endParaRPr lang="ru-RU"/>
          </a:p>
        </p:txBody>
      </p:sp>
      <p:sp>
        <p:nvSpPr>
          <p:cNvPr id="5" name="Текст 4">
            <a:extLst>
              <a:ext uri="{FF2B5EF4-FFF2-40B4-BE49-F238E27FC236}">
                <a16:creationId xmlns:a16="http://schemas.microsoft.com/office/drawing/2014/main" id="{85823652-E21D-ADC1-B603-CAF767F74F07}"/>
              </a:ext>
            </a:extLst>
          </p:cNvPr>
          <p:cNvSpPr>
            <a:spLocks noGrp="1"/>
          </p:cNvSpPr>
          <p:nvPr>
            <p:ph type="body" sz="half" idx="24"/>
          </p:nvPr>
        </p:nvSpPr>
        <p:spPr/>
        <p:txBody>
          <a:bodyPr/>
          <a:lstStyle/>
          <a:p>
            <a:endParaRPr lang="ru-RU"/>
          </a:p>
        </p:txBody>
      </p:sp>
      <p:sp>
        <p:nvSpPr>
          <p:cNvPr id="6" name="Рисунок 5">
            <a:extLst>
              <a:ext uri="{FF2B5EF4-FFF2-40B4-BE49-F238E27FC236}">
                <a16:creationId xmlns:a16="http://schemas.microsoft.com/office/drawing/2014/main" id="{501732C7-9081-EA32-EC86-4EED7552324F}"/>
              </a:ext>
            </a:extLst>
          </p:cNvPr>
          <p:cNvSpPr>
            <a:spLocks noGrp="1"/>
          </p:cNvSpPr>
          <p:nvPr>
            <p:ph type="pic" sz="quarter" idx="27"/>
          </p:nvPr>
        </p:nvSpPr>
        <p:spPr/>
      </p:sp>
      <p:sp>
        <p:nvSpPr>
          <p:cNvPr id="7" name="Текст 6">
            <a:extLst>
              <a:ext uri="{FF2B5EF4-FFF2-40B4-BE49-F238E27FC236}">
                <a16:creationId xmlns:a16="http://schemas.microsoft.com/office/drawing/2014/main" id="{325D78AF-E08D-82A4-3413-653156F5E7F6}"/>
              </a:ext>
            </a:extLst>
          </p:cNvPr>
          <p:cNvSpPr>
            <a:spLocks noGrp="1"/>
          </p:cNvSpPr>
          <p:nvPr>
            <p:ph type="body" sz="quarter" idx="28"/>
          </p:nvPr>
        </p:nvSpPr>
        <p:spPr/>
        <p:txBody>
          <a:bodyPr/>
          <a:lstStyle/>
          <a:p>
            <a:endParaRPr lang="ru-RU"/>
          </a:p>
        </p:txBody>
      </p:sp>
      <p:sp>
        <p:nvSpPr>
          <p:cNvPr id="8" name="Текст 7">
            <a:extLst>
              <a:ext uri="{FF2B5EF4-FFF2-40B4-BE49-F238E27FC236}">
                <a16:creationId xmlns:a16="http://schemas.microsoft.com/office/drawing/2014/main" id="{92DC8E42-09F4-00E7-2FB4-834A0BF19413}"/>
              </a:ext>
            </a:extLst>
          </p:cNvPr>
          <p:cNvSpPr>
            <a:spLocks noGrp="1"/>
          </p:cNvSpPr>
          <p:nvPr>
            <p:ph type="body" sz="quarter" idx="29"/>
          </p:nvPr>
        </p:nvSpPr>
        <p:spPr/>
        <p:txBody>
          <a:bodyPr/>
          <a:lstStyle/>
          <a:p>
            <a:endParaRPr lang="ru-RU"/>
          </a:p>
        </p:txBody>
      </p:sp>
      <p:sp>
        <p:nvSpPr>
          <p:cNvPr id="9" name="Рисунок 8">
            <a:extLst>
              <a:ext uri="{FF2B5EF4-FFF2-40B4-BE49-F238E27FC236}">
                <a16:creationId xmlns:a16="http://schemas.microsoft.com/office/drawing/2014/main" id="{C79F1B80-9BD1-5BDC-3D4E-DF1BF805FC80}"/>
              </a:ext>
            </a:extLst>
          </p:cNvPr>
          <p:cNvSpPr>
            <a:spLocks noGrp="1"/>
          </p:cNvSpPr>
          <p:nvPr>
            <p:ph type="pic" sz="quarter" idx="30"/>
          </p:nvPr>
        </p:nvSpPr>
        <p:spPr/>
      </p:sp>
      <p:sp>
        <p:nvSpPr>
          <p:cNvPr id="10" name="Рисунок 9">
            <a:extLst>
              <a:ext uri="{FF2B5EF4-FFF2-40B4-BE49-F238E27FC236}">
                <a16:creationId xmlns:a16="http://schemas.microsoft.com/office/drawing/2014/main" id="{37DF1832-3A2A-6397-03DD-9C5EB0C62C6B}"/>
              </a:ext>
            </a:extLst>
          </p:cNvPr>
          <p:cNvSpPr>
            <a:spLocks noGrp="1"/>
          </p:cNvSpPr>
          <p:nvPr>
            <p:ph type="pic" sz="quarter" idx="31"/>
          </p:nvPr>
        </p:nvSpPr>
        <p:spPr/>
      </p:sp>
      <p:sp>
        <p:nvSpPr>
          <p:cNvPr id="11" name="Текст 10">
            <a:extLst>
              <a:ext uri="{FF2B5EF4-FFF2-40B4-BE49-F238E27FC236}">
                <a16:creationId xmlns:a16="http://schemas.microsoft.com/office/drawing/2014/main" id="{1B717DDD-DF6E-0A54-AF2E-4C5BE8D9FAE6}"/>
              </a:ext>
            </a:extLst>
          </p:cNvPr>
          <p:cNvSpPr>
            <a:spLocks noGrp="1"/>
          </p:cNvSpPr>
          <p:nvPr>
            <p:ph type="body" sz="half" idx="32"/>
          </p:nvPr>
        </p:nvSpPr>
        <p:spPr/>
        <p:txBody>
          <a:bodyPr/>
          <a:lstStyle/>
          <a:p>
            <a:endParaRPr lang="ru-RU"/>
          </a:p>
        </p:txBody>
      </p:sp>
      <p:sp>
        <p:nvSpPr>
          <p:cNvPr id="12" name="Текст 11">
            <a:extLst>
              <a:ext uri="{FF2B5EF4-FFF2-40B4-BE49-F238E27FC236}">
                <a16:creationId xmlns:a16="http://schemas.microsoft.com/office/drawing/2014/main" id="{558FFCA9-9DBD-FF2F-55BD-51C9DFDBA0EE}"/>
              </a:ext>
            </a:extLst>
          </p:cNvPr>
          <p:cNvSpPr>
            <a:spLocks noGrp="1"/>
          </p:cNvSpPr>
          <p:nvPr>
            <p:ph type="body" sz="half" idx="33"/>
          </p:nvPr>
        </p:nvSpPr>
        <p:spPr/>
        <p:txBody>
          <a:bodyPr/>
          <a:lstStyle/>
          <a:p>
            <a:endParaRPr lang="ru-RU"/>
          </a:p>
        </p:txBody>
      </p:sp>
      <p:sp>
        <p:nvSpPr>
          <p:cNvPr id="13" name="Рисунок 12">
            <a:extLst>
              <a:ext uri="{FF2B5EF4-FFF2-40B4-BE49-F238E27FC236}">
                <a16:creationId xmlns:a16="http://schemas.microsoft.com/office/drawing/2014/main" id="{457977F6-114F-7D09-7DF2-D9E25FBF089A}"/>
              </a:ext>
            </a:extLst>
          </p:cNvPr>
          <p:cNvSpPr>
            <a:spLocks noGrp="1"/>
          </p:cNvSpPr>
          <p:nvPr>
            <p:ph type="pic" sz="quarter" idx="34"/>
          </p:nvPr>
        </p:nvSpPr>
        <p:spPr/>
      </p:sp>
    </p:spTree>
    <p:extLst>
      <p:ext uri="{BB962C8B-B14F-4D97-AF65-F5344CB8AC3E}">
        <p14:creationId xmlns:p14="http://schemas.microsoft.com/office/powerpoint/2010/main" val="1198178982"/>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Рисунок 1">
            <a:extLst>
              <a:ext uri="{FF2B5EF4-FFF2-40B4-BE49-F238E27FC236}">
                <a16:creationId xmlns:a16="http://schemas.microsoft.com/office/drawing/2014/main" id="{B2EC6661-EE9D-EEAA-25B9-D71FE4C219D0}"/>
              </a:ext>
            </a:extLst>
          </p:cNvPr>
          <p:cNvSpPr>
            <a:spLocks noGrp="1"/>
          </p:cNvSpPr>
          <p:nvPr>
            <p:ph type="pic" sz="quarter" idx="30"/>
          </p:nvPr>
        </p:nvSpPr>
        <p:spPr/>
      </p:sp>
      <p:sp>
        <p:nvSpPr>
          <p:cNvPr id="3" name="Рисунок 2">
            <a:extLst>
              <a:ext uri="{FF2B5EF4-FFF2-40B4-BE49-F238E27FC236}">
                <a16:creationId xmlns:a16="http://schemas.microsoft.com/office/drawing/2014/main" id="{37396AC5-61DF-A116-3EC6-A51CE5EF7D0B}"/>
              </a:ext>
            </a:extLst>
          </p:cNvPr>
          <p:cNvSpPr>
            <a:spLocks noGrp="1"/>
          </p:cNvSpPr>
          <p:nvPr>
            <p:ph type="pic" sz="quarter" idx="31"/>
          </p:nvPr>
        </p:nvSpPr>
        <p:spPr/>
      </p:sp>
      <p:sp>
        <p:nvSpPr>
          <p:cNvPr id="4" name="Текст 3">
            <a:extLst>
              <a:ext uri="{FF2B5EF4-FFF2-40B4-BE49-F238E27FC236}">
                <a16:creationId xmlns:a16="http://schemas.microsoft.com/office/drawing/2014/main" id="{5FB2B754-222F-2236-7208-F324A0DCB349}"/>
              </a:ext>
            </a:extLst>
          </p:cNvPr>
          <p:cNvSpPr>
            <a:spLocks noGrp="1"/>
          </p:cNvSpPr>
          <p:nvPr>
            <p:ph type="body" sz="half" idx="32"/>
          </p:nvPr>
        </p:nvSpPr>
        <p:spPr/>
        <p:txBody>
          <a:bodyPr/>
          <a:lstStyle/>
          <a:p>
            <a:endParaRPr lang="ru-RU"/>
          </a:p>
        </p:txBody>
      </p:sp>
      <p:sp>
        <p:nvSpPr>
          <p:cNvPr id="5" name="Текст 4">
            <a:extLst>
              <a:ext uri="{FF2B5EF4-FFF2-40B4-BE49-F238E27FC236}">
                <a16:creationId xmlns:a16="http://schemas.microsoft.com/office/drawing/2014/main" id="{CE0258CD-2B41-0D34-B56E-AD0A87426103}"/>
              </a:ext>
            </a:extLst>
          </p:cNvPr>
          <p:cNvSpPr>
            <a:spLocks noGrp="1"/>
          </p:cNvSpPr>
          <p:nvPr>
            <p:ph type="body" sz="half" idx="33"/>
          </p:nvPr>
        </p:nvSpPr>
        <p:spPr/>
        <p:txBody>
          <a:bodyPr/>
          <a:lstStyle/>
          <a:p>
            <a:endParaRPr lang="ru-RU"/>
          </a:p>
        </p:txBody>
      </p:sp>
      <p:sp>
        <p:nvSpPr>
          <p:cNvPr id="6" name="Рисунок 5">
            <a:extLst>
              <a:ext uri="{FF2B5EF4-FFF2-40B4-BE49-F238E27FC236}">
                <a16:creationId xmlns:a16="http://schemas.microsoft.com/office/drawing/2014/main" id="{F0D4FE0F-B737-CA3D-0A59-32A6D4BA2E3D}"/>
              </a:ext>
            </a:extLst>
          </p:cNvPr>
          <p:cNvSpPr>
            <a:spLocks noGrp="1"/>
          </p:cNvSpPr>
          <p:nvPr>
            <p:ph type="pic" sz="quarter" idx="34"/>
          </p:nvPr>
        </p:nvSpPr>
        <p:spPr/>
      </p:sp>
      <p:sp>
        <p:nvSpPr>
          <p:cNvPr id="7" name="Текст 6">
            <a:extLst>
              <a:ext uri="{FF2B5EF4-FFF2-40B4-BE49-F238E27FC236}">
                <a16:creationId xmlns:a16="http://schemas.microsoft.com/office/drawing/2014/main" id="{F86123CD-5A6F-74F7-4289-7EE2EB1E8C95}"/>
              </a:ext>
            </a:extLst>
          </p:cNvPr>
          <p:cNvSpPr>
            <a:spLocks noGrp="1"/>
          </p:cNvSpPr>
          <p:nvPr>
            <p:ph type="body" sz="half" idx="21"/>
          </p:nvPr>
        </p:nvSpPr>
        <p:spPr/>
        <p:txBody>
          <a:bodyPr/>
          <a:lstStyle/>
          <a:p>
            <a:endParaRPr lang="ru-RU"/>
          </a:p>
        </p:txBody>
      </p:sp>
      <p:sp>
        <p:nvSpPr>
          <p:cNvPr id="8" name="Текст 7">
            <a:extLst>
              <a:ext uri="{FF2B5EF4-FFF2-40B4-BE49-F238E27FC236}">
                <a16:creationId xmlns:a16="http://schemas.microsoft.com/office/drawing/2014/main" id="{3C492310-18D0-8218-976F-75AC845E8C6B}"/>
              </a:ext>
            </a:extLst>
          </p:cNvPr>
          <p:cNvSpPr>
            <a:spLocks noGrp="1"/>
          </p:cNvSpPr>
          <p:nvPr>
            <p:ph type="body" sz="half" idx="22"/>
          </p:nvPr>
        </p:nvSpPr>
        <p:spPr/>
        <p:txBody>
          <a:bodyPr/>
          <a:lstStyle/>
          <a:p>
            <a:endParaRPr lang="ru-RU"/>
          </a:p>
        </p:txBody>
      </p:sp>
      <p:sp>
        <p:nvSpPr>
          <p:cNvPr id="9" name="Текст 8">
            <a:extLst>
              <a:ext uri="{FF2B5EF4-FFF2-40B4-BE49-F238E27FC236}">
                <a16:creationId xmlns:a16="http://schemas.microsoft.com/office/drawing/2014/main" id="{84869834-5961-C442-E13C-6D0B473A6693}"/>
              </a:ext>
            </a:extLst>
          </p:cNvPr>
          <p:cNvSpPr>
            <a:spLocks noGrp="1"/>
          </p:cNvSpPr>
          <p:nvPr>
            <p:ph type="body" sz="half" idx="23"/>
          </p:nvPr>
        </p:nvSpPr>
        <p:spPr/>
        <p:txBody>
          <a:bodyPr/>
          <a:lstStyle/>
          <a:p>
            <a:endParaRPr lang="ru-RU"/>
          </a:p>
        </p:txBody>
      </p:sp>
      <p:sp>
        <p:nvSpPr>
          <p:cNvPr id="10" name="Текст 9">
            <a:extLst>
              <a:ext uri="{FF2B5EF4-FFF2-40B4-BE49-F238E27FC236}">
                <a16:creationId xmlns:a16="http://schemas.microsoft.com/office/drawing/2014/main" id="{32970B45-FBD5-5A2A-4AA9-43FB6C2A68AA}"/>
              </a:ext>
            </a:extLst>
          </p:cNvPr>
          <p:cNvSpPr>
            <a:spLocks noGrp="1"/>
          </p:cNvSpPr>
          <p:nvPr>
            <p:ph type="body" sz="half" idx="24"/>
          </p:nvPr>
        </p:nvSpPr>
        <p:spPr/>
        <p:txBody>
          <a:bodyPr/>
          <a:lstStyle/>
          <a:p>
            <a:endParaRPr lang="ru-RU"/>
          </a:p>
        </p:txBody>
      </p:sp>
      <p:sp>
        <p:nvSpPr>
          <p:cNvPr id="11" name="Рисунок 10">
            <a:extLst>
              <a:ext uri="{FF2B5EF4-FFF2-40B4-BE49-F238E27FC236}">
                <a16:creationId xmlns:a16="http://schemas.microsoft.com/office/drawing/2014/main" id="{012D687E-3AA2-A5A3-6B5D-D58F45E64746}"/>
              </a:ext>
            </a:extLst>
          </p:cNvPr>
          <p:cNvSpPr>
            <a:spLocks noGrp="1"/>
          </p:cNvSpPr>
          <p:nvPr>
            <p:ph type="pic" sz="quarter" idx="27"/>
          </p:nvPr>
        </p:nvSpPr>
        <p:spPr/>
      </p:sp>
      <p:sp>
        <p:nvSpPr>
          <p:cNvPr id="12" name="Текст 11">
            <a:extLst>
              <a:ext uri="{FF2B5EF4-FFF2-40B4-BE49-F238E27FC236}">
                <a16:creationId xmlns:a16="http://schemas.microsoft.com/office/drawing/2014/main" id="{3232D17E-EA71-B55D-FB1B-58B9736B2D0D}"/>
              </a:ext>
            </a:extLst>
          </p:cNvPr>
          <p:cNvSpPr>
            <a:spLocks noGrp="1"/>
          </p:cNvSpPr>
          <p:nvPr>
            <p:ph type="body" sz="quarter" idx="28"/>
          </p:nvPr>
        </p:nvSpPr>
        <p:spPr/>
        <p:txBody>
          <a:bodyPr/>
          <a:lstStyle/>
          <a:p>
            <a:endParaRPr lang="ru-RU"/>
          </a:p>
        </p:txBody>
      </p:sp>
      <p:sp>
        <p:nvSpPr>
          <p:cNvPr id="13" name="Текст 12">
            <a:extLst>
              <a:ext uri="{FF2B5EF4-FFF2-40B4-BE49-F238E27FC236}">
                <a16:creationId xmlns:a16="http://schemas.microsoft.com/office/drawing/2014/main" id="{2368DB1C-7DBE-D25F-6F63-F8865F906427}"/>
              </a:ext>
            </a:extLst>
          </p:cNvPr>
          <p:cNvSpPr>
            <a:spLocks noGrp="1"/>
          </p:cNvSpPr>
          <p:nvPr>
            <p:ph type="body" sz="quarter" idx="29"/>
          </p:nvPr>
        </p:nvSpPr>
        <p:spPr/>
        <p:txBody>
          <a:bodyPr/>
          <a:lstStyle/>
          <a:p>
            <a:endParaRPr lang="ru-RU"/>
          </a:p>
        </p:txBody>
      </p:sp>
      <p:sp>
        <p:nvSpPr>
          <p:cNvPr id="14" name="Текст 13">
            <a:extLst>
              <a:ext uri="{FF2B5EF4-FFF2-40B4-BE49-F238E27FC236}">
                <a16:creationId xmlns:a16="http://schemas.microsoft.com/office/drawing/2014/main" id="{6DA92176-FB05-DC5A-12EF-099C2E901902}"/>
              </a:ext>
            </a:extLst>
          </p:cNvPr>
          <p:cNvSpPr>
            <a:spLocks noGrp="1"/>
          </p:cNvSpPr>
          <p:nvPr>
            <p:ph type="body" sz="half" idx="35"/>
          </p:nvPr>
        </p:nvSpPr>
        <p:spPr/>
        <p:txBody>
          <a:bodyPr/>
          <a:lstStyle/>
          <a:p>
            <a:endParaRPr lang="ru-RU"/>
          </a:p>
        </p:txBody>
      </p:sp>
      <p:sp>
        <p:nvSpPr>
          <p:cNvPr id="15" name="Текст 14">
            <a:extLst>
              <a:ext uri="{FF2B5EF4-FFF2-40B4-BE49-F238E27FC236}">
                <a16:creationId xmlns:a16="http://schemas.microsoft.com/office/drawing/2014/main" id="{42C29222-2D52-0AB4-18A6-577CF6B2B6F4}"/>
              </a:ext>
            </a:extLst>
          </p:cNvPr>
          <p:cNvSpPr>
            <a:spLocks noGrp="1"/>
          </p:cNvSpPr>
          <p:nvPr>
            <p:ph type="body" sz="half" idx="36"/>
          </p:nvPr>
        </p:nvSpPr>
        <p:spPr/>
        <p:txBody>
          <a:bodyPr/>
          <a:lstStyle/>
          <a:p>
            <a:endParaRPr lang="ru-RU"/>
          </a:p>
        </p:txBody>
      </p:sp>
      <p:sp>
        <p:nvSpPr>
          <p:cNvPr id="16" name="Текст 15">
            <a:extLst>
              <a:ext uri="{FF2B5EF4-FFF2-40B4-BE49-F238E27FC236}">
                <a16:creationId xmlns:a16="http://schemas.microsoft.com/office/drawing/2014/main" id="{BCF765E0-3769-035A-5444-609F6D6FCD8D}"/>
              </a:ext>
            </a:extLst>
          </p:cNvPr>
          <p:cNvSpPr>
            <a:spLocks noGrp="1"/>
          </p:cNvSpPr>
          <p:nvPr>
            <p:ph type="body" sz="half" idx="37"/>
          </p:nvPr>
        </p:nvSpPr>
        <p:spPr/>
        <p:txBody>
          <a:bodyPr/>
          <a:lstStyle/>
          <a:p>
            <a:endParaRPr lang="ru-RU"/>
          </a:p>
        </p:txBody>
      </p:sp>
      <p:sp>
        <p:nvSpPr>
          <p:cNvPr id="17" name="Текст 16">
            <a:extLst>
              <a:ext uri="{FF2B5EF4-FFF2-40B4-BE49-F238E27FC236}">
                <a16:creationId xmlns:a16="http://schemas.microsoft.com/office/drawing/2014/main" id="{45184F98-D379-4499-08D6-F6F46D1E5FCF}"/>
              </a:ext>
            </a:extLst>
          </p:cNvPr>
          <p:cNvSpPr>
            <a:spLocks noGrp="1"/>
          </p:cNvSpPr>
          <p:nvPr>
            <p:ph type="body" sz="half" idx="38"/>
          </p:nvPr>
        </p:nvSpPr>
        <p:spPr/>
        <p:txBody>
          <a:bodyPr/>
          <a:lstStyle/>
          <a:p>
            <a:endParaRPr lang="ru-RU"/>
          </a:p>
        </p:txBody>
      </p:sp>
      <p:sp>
        <p:nvSpPr>
          <p:cNvPr id="18" name="Рисунок 17">
            <a:extLst>
              <a:ext uri="{FF2B5EF4-FFF2-40B4-BE49-F238E27FC236}">
                <a16:creationId xmlns:a16="http://schemas.microsoft.com/office/drawing/2014/main" id="{D3A46255-DECE-890E-2D3A-3FEBC5432B1F}"/>
              </a:ext>
            </a:extLst>
          </p:cNvPr>
          <p:cNvSpPr>
            <a:spLocks noGrp="1"/>
          </p:cNvSpPr>
          <p:nvPr>
            <p:ph type="pic" sz="quarter" idx="39"/>
          </p:nvPr>
        </p:nvSpPr>
        <p:spPr/>
      </p:sp>
      <p:sp>
        <p:nvSpPr>
          <p:cNvPr id="19" name="Текст 18">
            <a:extLst>
              <a:ext uri="{FF2B5EF4-FFF2-40B4-BE49-F238E27FC236}">
                <a16:creationId xmlns:a16="http://schemas.microsoft.com/office/drawing/2014/main" id="{CFC91F38-3050-A7F1-805B-2C70C0A19ACA}"/>
              </a:ext>
            </a:extLst>
          </p:cNvPr>
          <p:cNvSpPr>
            <a:spLocks noGrp="1"/>
          </p:cNvSpPr>
          <p:nvPr>
            <p:ph type="body" sz="quarter" idx="40"/>
          </p:nvPr>
        </p:nvSpPr>
        <p:spPr/>
        <p:txBody>
          <a:bodyPr/>
          <a:lstStyle/>
          <a:p>
            <a:endParaRPr lang="ru-RU"/>
          </a:p>
        </p:txBody>
      </p:sp>
      <p:sp>
        <p:nvSpPr>
          <p:cNvPr id="20" name="Текст 19">
            <a:extLst>
              <a:ext uri="{FF2B5EF4-FFF2-40B4-BE49-F238E27FC236}">
                <a16:creationId xmlns:a16="http://schemas.microsoft.com/office/drawing/2014/main" id="{703334AD-9CAF-FA3E-87F7-41D0E82279A0}"/>
              </a:ext>
            </a:extLst>
          </p:cNvPr>
          <p:cNvSpPr>
            <a:spLocks noGrp="1"/>
          </p:cNvSpPr>
          <p:nvPr>
            <p:ph type="body" sz="quarter" idx="41"/>
          </p:nvPr>
        </p:nvSpPr>
        <p:spPr/>
        <p:txBody>
          <a:bodyPr/>
          <a:lstStyle/>
          <a:p>
            <a:endParaRPr lang="ru-RU"/>
          </a:p>
        </p:txBody>
      </p:sp>
    </p:spTree>
    <p:extLst>
      <p:ext uri="{BB962C8B-B14F-4D97-AF65-F5344CB8AC3E}">
        <p14:creationId xmlns:p14="http://schemas.microsoft.com/office/powerpoint/2010/main" val="3768625259"/>
      </p:ext>
    </p:extLst>
  </p:cSld>
  <p:clrMapOvr>
    <a:masterClrMapping/>
  </p:clrMapOvr>
  <p:transition spd="med"/>
</p:sld>
</file>

<file path=ppt/theme/theme1.xml><?xml version="1.0" encoding="utf-8"?>
<a:theme xmlns:a="http://schemas.openxmlformats.org/drawingml/2006/main" name="21_BasicWhite">
  <a:themeElements>
    <a:clrScheme name="Dolg Talk">
      <a:dk1>
        <a:srgbClr val="000000"/>
      </a:dk1>
      <a:lt1>
        <a:srgbClr val="FFFFFF"/>
      </a:lt1>
      <a:dk2>
        <a:srgbClr val="000000"/>
      </a:dk2>
      <a:lt2>
        <a:srgbClr val="FFFFFF"/>
      </a:lt2>
      <a:accent1>
        <a:srgbClr val="00B2AA"/>
      </a:accent1>
      <a:accent2>
        <a:srgbClr val="0DF0E6"/>
      </a:accent2>
      <a:accent3>
        <a:srgbClr val="0060B9"/>
      </a:accent3>
      <a:accent4>
        <a:srgbClr val="4326BA"/>
      </a:accent4>
      <a:accent5>
        <a:srgbClr val="00B982"/>
      </a:accent5>
      <a:accent6>
        <a:srgbClr val="18202B"/>
      </a:accent6>
      <a:hlink>
        <a:srgbClr val="0DF0E6"/>
      </a:hlink>
      <a:folHlink>
        <a:srgbClr val="00B2A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1269</TotalTime>
  <Words>1764</Words>
  <Application>Microsoft Macintosh PowerPoint</Application>
  <PresentationFormat>Широкоэкранный</PresentationFormat>
  <Paragraphs>167</Paragraphs>
  <Slides>23</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23</vt:i4>
      </vt:variant>
    </vt:vector>
  </HeadingPairs>
  <TitlesOfParts>
    <vt:vector size="27" baseType="lpstr">
      <vt:lpstr>Arial</vt:lpstr>
      <vt:lpstr>Calibri</vt:lpstr>
      <vt:lpstr>Helvetica Neue</vt:lpstr>
      <vt:lpstr>21_BasicWhite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Microsoft Office User</cp:lastModifiedBy>
  <cp:revision>28</cp:revision>
  <dcterms:modified xsi:type="dcterms:W3CDTF">2026-07-22T14:33:44Z</dcterms:modified>
</cp:coreProperties>
</file>